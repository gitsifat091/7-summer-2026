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9144000"/>
  <p:notesSz cx="6858000" cy="9144000"/>
  <p:embeddedFontLst>
    <p:embeddedFont>
      <p:font typeface="Raleway"/>
      <p:regular r:id="rId36"/>
      <p:bold r:id="rId37"/>
      <p:italic r:id="rId38"/>
      <p:boldItalic r:id="rId39"/>
    </p:embeddedFont>
    <p:embeddedFont>
      <p:font typeface="La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4" roundtripDataSignature="AMtx7mhqQDHrW0TDp6RVPqfzHqFWsMiW3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20" Type="http://schemas.openxmlformats.org/officeDocument/2006/relationships/slide" Target="slides/slide15.xml"/><Relationship Id="rId42" Type="http://schemas.openxmlformats.org/officeDocument/2006/relationships/font" Target="fonts/Lato-italic.fntdata"/><Relationship Id="rId41" Type="http://schemas.openxmlformats.org/officeDocument/2006/relationships/font" Target="fonts/Lato-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Lat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aleway-bold.fntdata"/><Relationship Id="rId14" Type="http://schemas.openxmlformats.org/officeDocument/2006/relationships/slide" Target="slides/slide9.xml"/><Relationship Id="rId36" Type="http://schemas.openxmlformats.org/officeDocument/2006/relationships/font" Target="fonts/Raleway-regular.fntdata"/><Relationship Id="rId17" Type="http://schemas.openxmlformats.org/officeDocument/2006/relationships/slide" Target="slides/slide12.xml"/><Relationship Id="rId39" Type="http://schemas.openxmlformats.org/officeDocument/2006/relationships/font" Target="fonts/Raleway-boldItalic.fntdata"/><Relationship Id="rId16" Type="http://schemas.openxmlformats.org/officeDocument/2006/relationships/slide" Target="slides/slide11.xml"/><Relationship Id="rId38" Type="http://schemas.openxmlformats.org/officeDocument/2006/relationships/font" Target="fonts/Raleway-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 name="Google Shape;9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 name="Google Shape;115;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51" name="Google Shape;15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66" name="Google Shape;166;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81" name="Google Shape;181;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196" name="Google Shape;196;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11" name="Google Shape;211;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27" name="Google Shape;227;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2" name="Google Shape;24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43" name="Google Shape;243;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59" name="Google Shape;259;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4" name="Google Shape;274;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75" name="Google Shape;275;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290" name="Google Shape;290;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305" name="Google Shape;305;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319" name="Google Shape;319;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334" name="Google Shape;334;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fa8ae45168_0_8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8" name="Google Shape;348;g1fa8ae45168_0_8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fa8ae45168_0_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g1fa8ae45168_0_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7" name="Google Shape;367;g1fa8ae45168_0_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1fa8ae45168_0_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1" name="Google Shape;381;g1fa8ae45168_0_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g1fa8ae45168_0_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fa8ae45168_0_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6" name="Google Shape;396;g1fa8ae45168_0_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7" name="Google Shape;397;g1fa8ae45168_0_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fa8ae45168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1" name="Google Shape;411;g1fa8ae45168_0_6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2" name="Google Shape;412;g1fa8ae45168_0_6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4" name="Google Shape;484;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8" name="Google Shape;528;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8" name="Google Shape;558;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1400"/>
              <a:buNone/>
            </a:pPr>
            <a:r>
              <a:t/>
            </a:r>
            <a:endParaRPr/>
          </a:p>
        </p:txBody>
      </p:sp>
      <p:sp>
        <p:nvSpPr>
          <p:cNvPr id="559" name="Google Shape;559;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fa8ae45168_0_1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g1fa8ae45168_0_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g1fa8ae45168_0_1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2fe82c25fb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8" name="Google Shape;588;g2fe82c25fbd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9" name="Google Shape;589;g2fe82c25fbd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13" name="Shape 13"/>
        <p:cNvGrpSpPr/>
        <p:nvPr/>
      </p:nvGrpSpPr>
      <p:grpSpPr>
        <a:xfrm>
          <a:off x="0" y="0"/>
          <a:ext cx="0" cy="0"/>
          <a:chOff x="0" y="0"/>
          <a:chExt cx="0" cy="0"/>
        </a:xfrm>
      </p:grpSpPr>
      <p:sp>
        <p:nvSpPr>
          <p:cNvPr id="14" name="Google Shape;14;g3eef84f1e16_0_4"/>
          <p:cNvSpPr/>
          <p:nvPr/>
        </p:nvSpPr>
        <p:spPr>
          <a:xfrm>
            <a:off x="0" y="0"/>
            <a:ext cx="9144000" cy="6504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 name="Google Shape;15;g3eef84f1e16_0_4"/>
          <p:cNvGrpSpPr/>
          <p:nvPr/>
        </p:nvGrpSpPr>
        <p:grpSpPr>
          <a:xfrm>
            <a:off x="830392" y="1588427"/>
            <a:ext cx="745763" cy="61102"/>
            <a:chOff x="4580561" y="2589004"/>
            <a:chExt cx="1064464" cy="25200"/>
          </a:xfrm>
        </p:grpSpPr>
        <p:sp>
          <p:nvSpPr>
            <p:cNvPr id="16" name="Google Shape;16;g3eef84f1e16_0_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g3eef84f1e16_0_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 name="Google Shape;18;g3eef84f1e16_0_4"/>
          <p:cNvSpPr txBox="1"/>
          <p:nvPr>
            <p:ph type="ctrTitle"/>
          </p:nvPr>
        </p:nvSpPr>
        <p:spPr>
          <a:xfrm>
            <a:off x="729450" y="1763267"/>
            <a:ext cx="7688100" cy="2219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9" name="Google Shape;19;g3eef84f1e16_0_4"/>
          <p:cNvSpPr txBox="1"/>
          <p:nvPr>
            <p:ph idx="1" type="subTitle"/>
          </p:nvPr>
        </p:nvSpPr>
        <p:spPr>
          <a:xfrm>
            <a:off x="729627" y="4230533"/>
            <a:ext cx="7688100" cy="721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20" name="Google Shape;20;g3eef84f1e16_0_4"/>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1" name="Shape 21"/>
        <p:cNvGrpSpPr/>
        <p:nvPr/>
      </p:nvGrpSpPr>
      <p:grpSpPr>
        <a:xfrm>
          <a:off x="0" y="0"/>
          <a:ext cx="0" cy="0"/>
          <a:chOff x="0" y="0"/>
          <a:chExt cx="0" cy="0"/>
        </a:xfrm>
      </p:grpSpPr>
      <p:grpSp>
        <p:nvGrpSpPr>
          <p:cNvPr id="22" name="Google Shape;22;g3eef84f1e16_0_12"/>
          <p:cNvGrpSpPr/>
          <p:nvPr/>
        </p:nvGrpSpPr>
        <p:grpSpPr>
          <a:xfrm>
            <a:off x="830392" y="1588427"/>
            <a:ext cx="745763" cy="61102"/>
            <a:chOff x="4580561" y="2589004"/>
            <a:chExt cx="1064464" cy="25200"/>
          </a:xfrm>
        </p:grpSpPr>
        <p:sp>
          <p:nvSpPr>
            <p:cNvPr id="23" name="Google Shape;23;g3eef84f1e16_0_12"/>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g3eef84f1e16_0_12"/>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 name="Google Shape;25;g3eef84f1e16_0_12"/>
          <p:cNvSpPr txBox="1"/>
          <p:nvPr>
            <p:ph type="title"/>
          </p:nvPr>
        </p:nvSpPr>
        <p:spPr>
          <a:xfrm>
            <a:off x="729450" y="1763267"/>
            <a:ext cx="7688400" cy="202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6" name="Google Shape;26;g3eef84f1e16_0_1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 name="Shape 27"/>
        <p:cNvGrpSpPr/>
        <p:nvPr/>
      </p:nvGrpSpPr>
      <p:grpSpPr>
        <a:xfrm>
          <a:off x="0" y="0"/>
          <a:ext cx="0" cy="0"/>
          <a:chOff x="0" y="0"/>
          <a:chExt cx="0" cy="0"/>
        </a:xfrm>
      </p:grpSpPr>
      <p:sp>
        <p:nvSpPr>
          <p:cNvPr id="28" name="Google Shape;28;g3eef84f1e16_0_18"/>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 name="Google Shape;29;g3eef84f1e16_0_18"/>
          <p:cNvGrpSpPr/>
          <p:nvPr/>
        </p:nvGrpSpPr>
        <p:grpSpPr>
          <a:xfrm>
            <a:off x="830392" y="1588427"/>
            <a:ext cx="745763" cy="61102"/>
            <a:chOff x="4580561" y="2589004"/>
            <a:chExt cx="1064464" cy="25200"/>
          </a:xfrm>
        </p:grpSpPr>
        <p:sp>
          <p:nvSpPr>
            <p:cNvPr id="30" name="Google Shape;30;g3eef84f1e16_0_18"/>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g3eef84f1e16_0_18"/>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g3eef84f1e16_0_18"/>
          <p:cNvSpPr txBox="1"/>
          <p:nvPr>
            <p:ph type="title"/>
          </p:nvPr>
        </p:nvSpPr>
        <p:spPr>
          <a:xfrm>
            <a:off x="729450" y="1758200"/>
            <a:ext cx="76887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3" name="Google Shape;33;g3eef84f1e16_0_18"/>
          <p:cNvSpPr txBox="1"/>
          <p:nvPr>
            <p:ph idx="1" type="body"/>
          </p:nvPr>
        </p:nvSpPr>
        <p:spPr>
          <a:xfrm>
            <a:off x="729450" y="2771833"/>
            <a:ext cx="76887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4" name="Google Shape;34;g3eef84f1e16_0_1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5" name="Shape 35"/>
        <p:cNvGrpSpPr/>
        <p:nvPr/>
      </p:nvGrpSpPr>
      <p:grpSpPr>
        <a:xfrm>
          <a:off x="0" y="0"/>
          <a:ext cx="0" cy="0"/>
          <a:chOff x="0" y="0"/>
          <a:chExt cx="0" cy="0"/>
        </a:xfrm>
      </p:grpSpPr>
      <p:sp>
        <p:nvSpPr>
          <p:cNvPr id="36" name="Google Shape;36;g3eef84f1e16_0_26"/>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g3eef84f1e16_0_26"/>
          <p:cNvGrpSpPr/>
          <p:nvPr/>
        </p:nvGrpSpPr>
        <p:grpSpPr>
          <a:xfrm>
            <a:off x="830392" y="1588427"/>
            <a:ext cx="745763" cy="61102"/>
            <a:chOff x="4580561" y="2589004"/>
            <a:chExt cx="1064464" cy="25200"/>
          </a:xfrm>
        </p:grpSpPr>
        <p:sp>
          <p:nvSpPr>
            <p:cNvPr id="38" name="Google Shape;38;g3eef84f1e16_0_2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g3eef84f1e16_0_2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g3eef84f1e16_0_26"/>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1" name="Google Shape;41;g3eef84f1e16_0_26"/>
          <p:cNvSpPr txBox="1"/>
          <p:nvPr>
            <p:ph idx="1" type="body"/>
          </p:nvPr>
        </p:nvSpPr>
        <p:spPr>
          <a:xfrm>
            <a:off x="729325"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2" name="Google Shape;42;g3eef84f1e16_0_26"/>
          <p:cNvSpPr txBox="1"/>
          <p:nvPr>
            <p:ph idx="2" type="body"/>
          </p:nvPr>
        </p:nvSpPr>
        <p:spPr>
          <a:xfrm>
            <a:off x="4643604" y="2771833"/>
            <a:ext cx="3774300" cy="30147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3" name="Google Shape;43;g3eef84f1e16_0_2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4" name="Shape 44"/>
        <p:cNvGrpSpPr/>
        <p:nvPr/>
      </p:nvGrpSpPr>
      <p:grpSpPr>
        <a:xfrm>
          <a:off x="0" y="0"/>
          <a:ext cx="0" cy="0"/>
          <a:chOff x="0" y="0"/>
          <a:chExt cx="0" cy="0"/>
        </a:xfrm>
      </p:grpSpPr>
      <p:sp>
        <p:nvSpPr>
          <p:cNvPr id="45" name="Google Shape;45;g3eef84f1e16_0_35"/>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g3eef84f1e16_0_35"/>
          <p:cNvGrpSpPr/>
          <p:nvPr/>
        </p:nvGrpSpPr>
        <p:grpSpPr>
          <a:xfrm>
            <a:off x="830392" y="1588427"/>
            <a:ext cx="745763" cy="61102"/>
            <a:chOff x="4580561" y="2589004"/>
            <a:chExt cx="1064464" cy="25200"/>
          </a:xfrm>
        </p:grpSpPr>
        <p:sp>
          <p:nvSpPr>
            <p:cNvPr id="47" name="Google Shape;47;g3eef84f1e16_0_3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g3eef84f1e16_0_3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 name="Google Shape;49;g3eef84f1e16_0_35"/>
          <p:cNvSpPr txBox="1"/>
          <p:nvPr>
            <p:ph type="title"/>
          </p:nvPr>
        </p:nvSpPr>
        <p:spPr>
          <a:xfrm>
            <a:off x="729450" y="1758200"/>
            <a:ext cx="7688400" cy="713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0" name="Google Shape;50;g3eef84f1e16_0_35"/>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1" name="Shape 51"/>
        <p:cNvGrpSpPr/>
        <p:nvPr/>
      </p:nvGrpSpPr>
      <p:grpSpPr>
        <a:xfrm>
          <a:off x="0" y="0"/>
          <a:ext cx="0" cy="0"/>
          <a:chOff x="0" y="0"/>
          <a:chExt cx="0" cy="0"/>
        </a:xfrm>
      </p:grpSpPr>
      <p:sp>
        <p:nvSpPr>
          <p:cNvPr id="52" name="Google Shape;52;g3eef84f1e16_0_42"/>
          <p:cNvSpPr/>
          <p:nvPr/>
        </p:nvSpPr>
        <p:spPr>
          <a:xfrm>
            <a:off x="0" y="0"/>
            <a:ext cx="9144000" cy="6504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 name="Google Shape;53;g3eef84f1e16_0_42"/>
          <p:cNvGrpSpPr/>
          <p:nvPr/>
        </p:nvGrpSpPr>
        <p:grpSpPr>
          <a:xfrm>
            <a:off x="830392" y="1588427"/>
            <a:ext cx="745763" cy="61102"/>
            <a:chOff x="4580561" y="2589004"/>
            <a:chExt cx="1064464" cy="25200"/>
          </a:xfrm>
        </p:grpSpPr>
        <p:sp>
          <p:nvSpPr>
            <p:cNvPr id="54" name="Google Shape;54;g3eef84f1e16_0_4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g3eef84f1e16_0_4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 name="Google Shape;56;g3eef84f1e16_0_42"/>
          <p:cNvSpPr txBox="1"/>
          <p:nvPr>
            <p:ph type="title"/>
          </p:nvPr>
        </p:nvSpPr>
        <p:spPr>
          <a:xfrm>
            <a:off x="730000" y="1758200"/>
            <a:ext cx="3300900" cy="18420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7" name="Google Shape;57;g3eef84f1e16_0_42"/>
          <p:cNvSpPr txBox="1"/>
          <p:nvPr>
            <p:ph idx="1" type="body"/>
          </p:nvPr>
        </p:nvSpPr>
        <p:spPr>
          <a:xfrm>
            <a:off x="721225" y="3708967"/>
            <a:ext cx="3300900" cy="2130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8" name="Google Shape;58;g3eef84f1e16_0_42"/>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9" name="Shape 59"/>
        <p:cNvGrpSpPr/>
        <p:nvPr/>
      </p:nvGrpSpPr>
      <p:grpSpPr>
        <a:xfrm>
          <a:off x="0" y="0"/>
          <a:ext cx="0" cy="0"/>
          <a:chOff x="0" y="0"/>
          <a:chExt cx="0" cy="0"/>
        </a:xfrm>
      </p:grpSpPr>
      <p:grpSp>
        <p:nvGrpSpPr>
          <p:cNvPr id="60" name="Google Shape;60;g3eef84f1e16_0_50"/>
          <p:cNvGrpSpPr/>
          <p:nvPr/>
        </p:nvGrpSpPr>
        <p:grpSpPr>
          <a:xfrm>
            <a:off x="830392" y="5558926"/>
            <a:ext cx="745763" cy="61102"/>
            <a:chOff x="4580561" y="2589004"/>
            <a:chExt cx="1064464" cy="25200"/>
          </a:xfrm>
        </p:grpSpPr>
        <p:sp>
          <p:nvSpPr>
            <p:cNvPr id="61" name="Google Shape;61;g3eef84f1e16_0_50"/>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3eef84f1e16_0_50"/>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g3eef84f1e16_0_50"/>
          <p:cNvSpPr txBox="1"/>
          <p:nvPr>
            <p:ph type="title"/>
          </p:nvPr>
        </p:nvSpPr>
        <p:spPr>
          <a:xfrm>
            <a:off x="729450" y="1152400"/>
            <a:ext cx="7021200" cy="39801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4" name="Google Shape;64;g3eef84f1e16_0_50"/>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5" name="Shape 65"/>
        <p:cNvGrpSpPr/>
        <p:nvPr/>
      </p:nvGrpSpPr>
      <p:grpSpPr>
        <a:xfrm>
          <a:off x="0" y="0"/>
          <a:ext cx="0" cy="0"/>
          <a:chOff x="0" y="0"/>
          <a:chExt cx="0" cy="0"/>
        </a:xfrm>
      </p:grpSpPr>
      <p:sp>
        <p:nvSpPr>
          <p:cNvPr id="66" name="Google Shape;66;g3eef84f1e16_0_56"/>
          <p:cNvSpPr/>
          <p:nvPr/>
        </p:nvSpPr>
        <p:spPr>
          <a:xfrm>
            <a:off x="0" y="0"/>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 name="Google Shape;67;g3eef84f1e16_0_56"/>
          <p:cNvGrpSpPr/>
          <p:nvPr/>
        </p:nvGrpSpPr>
        <p:grpSpPr>
          <a:xfrm>
            <a:off x="830392" y="1588427"/>
            <a:ext cx="745763" cy="61102"/>
            <a:chOff x="4580561" y="2589004"/>
            <a:chExt cx="1064464" cy="25200"/>
          </a:xfrm>
        </p:grpSpPr>
        <p:sp>
          <p:nvSpPr>
            <p:cNvPr id="68" name="Google Shape;68;g3eef84f1e16_0_5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eef84f1e16_0_5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g3eef84f1e16_0_56"/>
          <p:cNvSpPr txBox="1"/>
          <p:nvPr>
            <p:ph type="title"/>
          </p:nvPr>
        </p:nvSpPr>
        <p:spPr>
          <a:xfrm>
            <a:off x="730000" y="1758200"/>
            <a:ext cx="3300900" cy="22497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71" name="Google Shape;71;g3eef84f1e16_0_56"/>
          <p:cNvSpPr txBox="1"/>
          <p:nvPr>
            <p:ph idx="1" type="subTitle"/>
          </p:nvPr>
        </p:nvSpPr>
        <p:spPr>
          <a:xfrm>
            <a:off x="724950" y="4215367"/>
            <a:ext cx="3300900" cy="1011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72" name="Google Shape;72;g3eef84f1e16_0_56"/>
          <p:cNvSpPr txBox="1"/>
          <p:nvPr>
            <p:ph idx="2" type="body"/>
          </p:nvPr>
        </p:nvSpPr>
        <p:spPr>
          <a:xfrm>
            <a:off x="5174225" y="1803500"/>
            <a:ext cx="3374400" cy="4034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3" name="Google Shape;73;g3eef84f1e16_0_56"/>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4" name="Shape 74"/>
        <p:cNvGrpSpPr/>
        <p:nvPr/>
      </p:nvGrpSpPr>
      <p:grpSpPr>
        <a:xfrm>
          <a:off x="0" y="0"/>
          <a:ext cx="0" cy="0"/>
          <a:chOff x="0" y="0"/>
          <a:chExt cx="0" cy="0"/>
        </a:xfrm>
      </p:grpSpPr>
      <p:sp>
        <p:nvSpPr>
          <p:cNvPr id="75" name="Google Shape;75;g3eef84f1e16_0_65"/>
          <p:cNvSpPr txBox="1"/>
          <p:nvPr>
            <p:ph idx="1" type="body"/>
          </p:nvPr>
        </p:nvSpPr>
        <p:spPr>
          <a:xfrm>
            <a:off x="724950" y="5830068"/>
            <a:ext cx="7697400" cy="614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6" name="Google Shape;76;g3eef84f1e16_0_65"/>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7" name="Shape 77"/>
        <p:cNvGrpSpPr/>
        <p:nvPr/>
      </p:nvGrpSpPr>
      <p:grpSpPr>
        <a:xfrm>
          <a:off x="0" y="0"/>
          <a:ext cx="0" cy="0"/>
          <a:chOff x="0" y="0"/>
          <a:chExt cx="0" cy="0"/>
        </a:xfrm>
      </p:grpSpPr>
      <p:grpSp>
        <p:nvGrpSpPr>
          <p:cNvPr id="78" name="Google Shape;78;g3eef84f1e16_0_68"/>
          <p:cNvGrpSpPr/>
          <p:nvPr/>
        </p:nvGrpSpPr>
        <p:grpSpPr>
          <a:xfrm>
            <a:off x="830392" y="5558926"/>
            <a:ext cx="745763" cy="61102"/>
            <a:chOff x="4580561" y="2589004"/>
            <a:chExt cx="1064464" cy="25200"/>
          </a:xfrm>
        </p:grpSpPr>
        <p:sp>
          <p:nvSpPr>
            <p:cNvPr id="79" name="Google Shape;79;g3eef84f1e16_0_6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g3eef84f1e16_0_6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g3eef84f1e16_0_68"/>
          <p:cNvSpPr txBox="1"/>
          <p:nvPr>
            <p:ph hasCustomPrompt="1" type="title"/>
          </p:nvPr>
        </p:nvSpPr>
        <p:spPr>
          <a:xfrm>
            <a:off x="729450" y="978600"/>
            <a:ext cx="7688400" cy="1659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82" name="Google Shape;82;g3eef84f1e16_0_68"/>
          <p:cNvSpPr txBox="1"/>
          <p:nvPr>
            <p:ph idx="1" type="body"/>
          </p:nvPr>
        </p:nvSpPr>
        <p:spPr>
          <a:xfrm>
            <a:off x="729450" y="3030517"/>
            <a:ext cx="7688400" cy="2107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83" name="Google Shape;83;g3eef84f1e16_0_68"/>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4" name="Shape 84"/>
        <p:cNvGrpSpPr/>
        <p:nvPr/>
      </p:nvGrpSpPr>
      <p:grpSpPr>
        <a:xfrm>
          <a:off x="0" y="0"/>
          <a:ext cx="0" cy="0"/>
          <a:chOff x="0" y="0"/>
          <a:chExt cx="0" cy="0"/>
        </a:xfrm>
      </p:grpSpPr>
      <p:sp>
        <p:nvSpPr>
          <p:cNvPr id="85" name="Google Shape;85;g3eef84f1e16_0_75"/>
          <p:cNvSpPr txBox="1"/>
          <p:nvPr>
            <p:ph idx="12" type="sldNum"/>
          </p:nvPr>
        </p:nvSpPr>
        <p:spPr>
          <a:xfrm>
            <a:off x="8536302" y="6333134"/>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6" name="Shape 86"/>
        <p:cNvGrpSpPr/>
        <p:nvPr/>
      </p:nvGrpSpPr>
      <p:grpSpPr>
        <a:xfrm>
          <a:off x="0" y="0"/>
          <a:ext cx="0" cy="0"/>
          <a:chOff x="0" y="0"/>
          <a:chExt cx="0" cy="0"/>
        </a:xfrm>
      </p:grpSpPr>
      <p:sp>
        <p:nvSpPr>
          <p:cNvPr id="87" name="Google Shape;87;g3eef84f1e16_0_77"/>
          <p:cNvSpPr txBox="1"/>
          <p:nvPr>
            <p:ph type="title"/>
          </p:nvPr>
        </p:nvSpPr>
        <p:spPr>
          <a:xfrm>
            <a:off x="457200" y="188913"/>
            <a:ext cx="8218500" cy="565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g3eef84f1e16_0_77"/>
          <p:cNvSpPr txBox="1"/>
          <p:nvPr>
            <p:ph idx="1" type="body"/>
          </p:nvPr>
        </p:nvSpPr>
        <p:spPr>
          <a:xfrm>
            <a:off x="457200" y="1052513"/>
            <a:ext cx="8229600" cy="5073600"/>
          </a:xfrm>
          <a:prstGeom prst="rect">
            <a:avLst/>
          </a:prstGeom>
          <a:noFill/>
          <a:ln>
            <a:noFill/>
          </a:ln>
        </p:spPr>
        <p:txBody>
          <a:bodyPr anchorCtr="0" anchor="t" bIns="45700" lIns="91425" spcFirstLastPara="1" rIns="91425" wrap="square" tIns="45700">
            <a:no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9" name="Google Shape;89;g3eef84f1e16_0_77"/>
          <p:cNvSpPr txBox="1"/>
          <p:nvPr>
            <p:ph idx="10" type="dt"/>
          </p:nvPr>
        </p:nvSpPr>
        <p:spPr>
          <a:xfrm>
            <a:off x="6553200" y="6248400"/>
            <a:ext cx="2133600" cy="4764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g3eef84f1e16_0_77"/>
          <p:cNvSpPr txBox="1"/>
          <p:nvPr>
            <p:ph idx="11" type="ftr"/>
          </p:nvPr>
        </p:nvSpPr>
        <p:spPr>
          <a:xfrm>
            <a:off x="3124200" y="6245225"/>
            <a:ext cx="2895600" cy="476400"/>
          </a:xfrm>
          <a:prstGeom prst="rect">
            <a:avLst/>
          </a:prstGeom>
          <a:noFill/>
          <a:ln>
            <a:noFill/>
          </a:ln>
        </p:spPr>
        <p:txBody>
          <a:bodyPr anchorCtr="0" anchor="t"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g3eef84f1e16_0_77"/>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1600"/>
              <a:buFont typeface="Arial"/>
              <a:buNone/>
              <a:defRPr b="0" i="0" sz="16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9" name="Shape 9"/>
        <p:cNvGrpSpPr/>
        <p:nvPr/>
      </p:nvGrpSpPr>
      <p:grpSpPr>
        <a:xfrm>
          <a:off x="0" y="0"/>
          <a:ext cx="0" cy="0"/>
          <a:chOff x="0" y="0"/>
          <a:chExt cx="0" cy="0"/>
        </a:xfrm>
      </p:grpSpPr>
      <p:sp>
        <p:nvSpPr>
          <p:cNvPr id="10" name="Google Shape;10;g3eef84f1e16_0_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11" name="Google Shape;11;g3eef84f1e16_0_0"/>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12" name="Google Shape;12;g3eef84f1e16_0_0"/>
          <p:cNvSpPr txBox="1"/>
          <p:nvPr>
            <p:ph idx="12" type="sldNum"/>
          </p:nvPr>
        </p:nvSpPr>
        <p:spPr>
          <a:xfrm>
            <a:off x="8536302" y="6333134"/>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8.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
          <p:cNvSpPr txBox="1"/>
          <p:nvPr>
            <p:ph type="ctrTitle"/>
          </p:nvPr>
        </p:nvSpPr>
        <p:spPr>
          <a:xfrm>
            <a:off x="685800" y="2032000"/>
            <a:ext cx="7772400" cy="33093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br>
              <a:rPr b="1" lang="en-US" sz="4400"/>
            </a:br>
            <a:r>
              <a:rPr lang="en-US" sz="4400">
                <a:latin typeface="Times New Roman"/>
                <a:ea typeface="Times New Roman"/>
                <a:cs typeface="Times New Roman"/>
                <a:sym typeface="Times New Roman"/>
              </a:rPr>
              <a:t>Machine Learning</a:t>
            </a:r>
            <a:br>
              <a:rPr lang="en-US" sz="4400">
                <a:latin typeface="Times New Roman"/>
                <a:ea typeface="Times New Roman"/>
                <a:cs typeface="Times New Roman"/>
                <a:sym typeface="Times New Roman"/>
              </a:rPr>
            </a:br>
            <a:r>
              <a:rPr lang="en-US" sz="4400">
                <a:latin typeface="Times New Roman"/>
                <a:ea typeface="Times New Roman"/>
                <a:cs typeface="Times New Roman"/>
                <a:sym typeface="Times New Roman"/>
              </a:rPr>
              <a:t>CSE - 4</a:t>
            </a:r>
            <a:r>
              <a:rPr lang="en-US" sz="4400">
                <a:latin typeface="Times New Roman"/>
                <a:ea typeface="Times New Roman"/>
                <a:cs typeface="Times New Roman"/>
                <a:sym typeface="Times New Roman"/>
              </a:rPr>
              <a:t>03</a:t>
            </a:r>
            <a:br>
              <a:rPr lang="en-US" sz="4400">
                <a:latin typeface="Times New Roman"/>
                <a:ea typeface="Times New Roman"/>
                <a:cs typeface="Times New Roman"/>
                <a:sym typeface="Times New Roman"/>
              </a:rPr>
            </a:br>
            <a:br>
              <a:rPr lang="en-US" sz="4400">
                <a:latin typeface="Times New Roman"/>
                <a:ea typeface="Times New Roman"/>
                <a:cs typeface="Times New Roman"/>
                <a:sym typeface="Times New Roman"/>
              </a:rPr>
            </a:br>
            <a:r>
              <a:rPr lang="en-US" sz="2800">
                <a:latin typeface="Times New Roman"/>
                <a:ea typeface="Times New Roman"/>
                <a:cs typeface="Times New Roman"/>
                <a:sym typeface="Times New Roman"/>
              </a:rPr>
              <a:t>Lecture - 0</a:t>
            </a:r>
            <a:r>
              <a:rPr lang="en-US" sz="2800">
                <a:latin typeface="Times New Roman"/>
                <a:ea typeface="Times New Roman"/>
                <a:cs typeface="Times New Roman"/>
                <a:sym typeface="Times New Roman"/>
              </a:rPr>
              <a:t>4</a:t>
            </a:r>
            <a:br>
              <a:rPr lang="en-US" sz="3200">
                <a:latin typeface="Times New Roman"/>
                <a:ea typeface="Times New Roman"/>
                <a:cs typeface="Times New Roman"/>
                <a:sym typeface="Times New Roman"/>
              </a:rPr>
            </a:br>
            <a:endParaRPr sz="3200">
              <a:latin typeface="Times New Roman"/>
              <a:ea typeface="Times New Roman"/>
              <a:cs typeface="Times New Roman"/>
              <a:sym typeface="Times New Roman"/>
            </a:endParaRPr>
          </a:p>
        </p:txBody>
      </p:sp>
      <p:sp>
        <p:nvSpPr>
          <p:cNvPr id="97" name="Google Shape;97;p1"/>
          <p:cNvSpPr/>
          <p:nvPr/>
        </p:nvSpPr>
        <p:spPr>
          <a:xfrm>
            <a:off x="468313" y="6367463"/>
            <a:ext cx="958850" cy="9810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nvGrpSpPr>
          <p:cNvPr id="98" name="Google Shape;98;p1"/>
          <p:cNvGrpSpPr/>
          <p:nvPr/>
        </p:nvGrpSpPr>
        <p:grpSpPr>
          <a:xfrm>
            <a:off x="228600" y="1371600"/>
            <a:ext cx="431800" cy="430213"/>
            <a:chOff x="5129" y="3937"/>
            <a:chExt cx="349" cy="348"/>
          </a:xfrm>
        </p:grpSpPr>
        <p:sp>
          <p:nvSpPr>
            <p:cNvPr id="99" name="Google Shape;99;p1"/>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0" name="Google Shape;100;p1"/>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1" name="Google Shape;101;p1"/>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 name="Google Shape;102;p1"/>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3" name="Google Shape;103;p1"/>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4" name="Google Shape;104;p1"/>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05" name="Google Shape;105;p1"/>
          <p:cNvGrpSpPr/>
          <p:nvPr/>
        </p:nvGrpSpPr>
        <p:grpSpPr>
          <a:xfrm>
            <a:off x="457200" y="1143000"/>
            <a:ext cx="219075" cy="219075"/>
            <a:chOff x="5114" y="3685"/>
            <a:chExt cx="246" cy="246"/>
          </a:xfrm>
        </p:grpSpPr>
        <p:sp>
          <p:nvSpPr>
            <p:cNvPr id="106" name="Google Shape;106;p1"/>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7" name="Google Shape;107;p1"/>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8" name="Google Shape;108;p1"/>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9" name="Google Shape;109;p1"/>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0" name="Google Shape;110;p1"/>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1" name="Google Shape;111;p1"/>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500"/>
                                        <p:tgtEl>
                                          <p:spTgt spid="96"/>
                                        </p:tgtEl>
                                      </p:cBhvr>
                                    </p:animEffect>
                                  </p:childTnLst>
                                </p:cTn>
                              </p:par>
                              <p:par>
                                <p:cTn fill="hold" nodeType="withEffect" presetClass="emph" presetID="8" presetSubtype="0">
                                  <p:stCondLst>
                                    <p:cond delay="0"/>
                                  </p:stCondLst>
                                  <p:childTnLst>
                                    <p:animRot by="-21600000">
                                      <p:cBhvr>
                                        <p:cTn dur="1000" fill="hold"/>
                                        <p:tgtEl>
                                          <p:spTgt spid="98"/>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0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400">
                <a:solidFill>
                  <a:schemeClr val="accent6"/>
                </a:solidFill>
              </a:rPr>
              <a:t>Outline</a:t>
            </a:r>
            <a:endParaRPr sz="4400">
              <a:solidFill>
                <a:schemeClr val="accent6"/>
              </a:solidFill>
            </a:endParaRPr>
          </a:p>
        </p:txBody>
      </p:sp>
      <p:sp>
        <p:nvSpPr>
          <p:cNvPr id="118" name="Google Shape;118;p2"/>
          <p:cNvSpPr txBox="1"/>
          <p:nvPr>
            <p:ph idx="1" type="body"/>
          </p:nvPr>
        </p:nvSpPr>
        <p:spPr>
          <a:xfrm>
            <a:off x="428625" y="1296987"/>
            <a:ext cx="82296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Char char="•"/>
            </a:pPr>
            <a:r>
              <a:rPr lang="en-US" sz="2400"/>
              <a:t>Inductive Learning</a:t>
            </a:r>
            <a:endParaRPr/>
          </a:p>
          <a:p>
            <a:pPr indent="-342900" lvl="0" marL="342900" rtl="0" algn="l">
              <a:lnSpc>
                <a:spcPct val="100000"/>
              </a:lnSpc>
              <a:spcBef>
                <a:spcPts val="480"/>
              </a:spcBef>
              <a:spcAft>
                <a:spcPts val="0"/>
              </a:spcAft>
              <a:buClr>
                <a:schemeClr val="dk1"/>
              </a:buClr>
              <a:buSzPts val="2400"/>
              <a:buChar char="•"/>
            </a:pPr>
            <a:r>
              <a:rPr lang="en-US" sz="2400"/>
              <a:t>Concept Learning</a:t>
            </a:r>
            <a:endParaRPr/>
          </a:p>
          <a:p>
            <a:pPr indent="-342900" lvl="0" marL="342900" rtl="0" algn="l">
              <a:lnSpc>
                <a:spcPct val="100000"/>
              </a:lnSpc>
              <a:spcBef>
                <a:spcPts val="480"/>
              </a:spcBef>
              <a:spcAft>
                <a:spcPts val="0"/>
              </a:spcAft>
              <a:buClr>
                <a:schemeClr val="dk1"/>
              </a:buClr>
              <a:buSzPts val="2400"/>
              <a:buChar char="•"/>
            </a:pPr>
            <a:r>
              <a:rPr lang="en-US" sz="2400"/>
              <a:t>Hypothesis</a:t>
            </a:r>
            <a:endParaRPr/>
          </a:p>
          <a:p>
            <a:pPr indent="-342900" lvl="0" marL="342900" rtl="0" algn="l">
              <a:lnSpc>
                <a:spcPct val="100000"/>
              </a:lnSpc>
              <a:spcBef>
                <a:spcPts val="480"/>
              </a:spcBef>
              <a:spcAft>
                <a:spcPts val="0"/>
              </a:spcAft>
              <a:buClr>
                <a:schemeClr val="dk1"/>
              </a:buClr>
              <a:buSzPts val="2400"/>
              <a:buChar char="•"/>
            </a:pPr>
            <a:r>
              <a:rPr lang="en-US" sz="2400"/>
              <a:t>Hypothesis Space</a:t>
            </a:r>
            <a:endParaRPr/>
          </a:p>
          <a:p>
            <a:pPr indent="-342900" lvl="0" marL="342900" rtl="0" algn="l">
              <a:lnSpc>
                <a:spcPct val="100000"/>
              </a:lnSpc>
              <a:spcBef>
                <a:spcPts val="480"/>
              </a:spcBef>
              <a:spcAft>
                <a:spcPts val="0"/>
              </a:spcAft>
              <a:buClr>
                <a:schemeClr val="dk1"/>
              </a:buClr>
              <a:buSzPts val="2400"/>
              <a:buChar char="•"/>
            </a:pPr>
            <a:r>
              <a:rPr lang="en-US" sz="2400"/>
              <a:t>Null Hypothesis</a:t>
            </a:r>
            <a:endParaRPr/>
          </a:p>
          <a:p>
            <a:pPr indent="-342900" lvl="0" marL="342900" rtl="0" algn="l">
              <a:lnSpc>
                <a:spcPct val="100000"/>
              </a:lnSpc>
              <a:spcBef>
                <a:spcPts val="480"/>
              </a:spcBef>
              <a:spcAft>
                <a:spcPts val="0"/>
              </a:spcAft>
              <a:buClr>
                <a:schemeClr val="dk1"/>
              </a:buClr>
              <a:buSzPts val="2400"/>
              <a:buChar char="•"/>
            </a:pPr>
            <a:r>
              <a:rPr lang="en-US" sz="2400"/>
              <a:t>Alternative Hypothesis</a:t>
            </a:r>
            <a:endParaRPr/>
          </a:p>
          <a:p>
            <a:pPr indent="-342900" lvl="0" marL="342900" rtl="0" algn="l">
              <a:lnSpc>
                <a:spcPct val="100000"/>
              </a:lnSpc>
              <a:spcBef>
                <a:spcPts val="480"/>
              </a:spcBef>
              <a:spcAft>
                <a:spcPts val="0"/>
              </a:spcAft>
              <a:buClr>
                <a:schemeClr val="dk1"/>
              </a:buClr>
              <a:buSzPts val="2400"/>
              <a:buChar char="•"/>
            </a:pPr>
            <a:r>
              <a:rPr lang="en-US" sz="2400"/>
              <a:t>Null Hypothesis Testing</a:t>
            </a:r>
            <a:endParaRPr/>
          </a:p>
          <a:p>
            <a:pPr indent="-342900" lvl="0" marL="342900" rtl="0" algn="l">
              <a:lnSpc>
                <a:spcPct val="100000"/>
              </a:lnSpc>
              <a:spcBef>
                <a:spcPts val="480"/>
              </a:spcBef>
              <a:spcAft>
                <a:spcPts val="0"/>
              </a:spcAft>
              <a:buClr>
                <a:schemeClr val="dk1"/>
              </a:buClr>
              <a:buSzPts val="2400"/>
              <a:buChar char="•"/>
            </a:pPr>
            <a:r>
              <a:rPr lang="en-US" sz="2400"/>
              <a:t>Find-S Algorithm</a:t>
            </a:r>
            <a:endParaRPr/>
          </a:p>
          <a:p>
            <a:pPr indent="-190500" lvl="0" marL="342900" rtl="0" algn="l">
              <a:lnSpc>
                <a:spcPct val="100000"/>
              </a:lnSpc>
              <a:spcBef>
                <a:spcPts val="480"/>
              </a:spcBef>
              <a:spcAft>
                <a:spcPts val="0"/>
              </a:spcAft>
              <a:buClr>
                <a:schemeClr val="dk1"/>
              </a:buClr>
              <a:buSzPts val="2400"/>
              <a:buFont typeface="Arial"/>
              <a:buNone/>
            </a:pPr>
            <a:r>
              <a:t/>
            </a:r>
            <a:endParaRPr sz="2400"/>
          </a:p>
          <a:p>
            <a:pPr indent="-190500" lvl="0" marL="342900" rtl="0" algn="l">
              <a:lnSpc>
                <a:spcPct val="100000"/>
              </a:lnSpc>
              <a:spcBef>
                <a:spcPts val="480"/>
              </a:spcBef>
              <a:spcAft>
                <a:spcPts val="0"/>
              </a:spcAft>
              <a:buClr>
                <a:schemeClr val="dk1"/>
              </a:buClr>
              <a:buSzPts val="2400"/>
              <a:buFont typeface="Arial"/>
              <a:buNone/>
            </a:pPr>
            <a:r>
              <a:t/>
            </a:r>
            <a:endParaRPr sz="2400"/>
          </a:p>
          <a:p>
            <a:pPr indent="-190500" lvl="0" marL="342900" rtl="0" algn="l">
              <a:lnSpc>
                <a:spcPct val="100000"/>
              </a:lnSpc>
              <a:spcBef>
                <a:spcPts val="480"/>
              </a:spcBef>
              <a:spcAft>
                <a:spcPts val="0"/>
              </a:spcAft>
              <a:buClr>
                <a:schemeClr val="dk1"/>
              </a:buClr>
              <a:buSzPts val="2400"/>
              <a:buFont typeface="Arial"/>
              <a:buNone/>
            </a:pPr>
            <a:r>
              <a:t/>
            </a:r>
            <a:endParaRPr sz="2400"/>
          </a:p>
        </p:txBody>
      </p:sp>
      <p:grpSp>
        <p:nvGrpSpPr>
          <p:cNvPr id="119" name="Google Shape;119;p2"/>
          <p:cNvGrpSpPr/>
          <p:nvPr/>
        </p:nvGrpSpPr>
        <p:grpSpPr>
          <a:xfrm>
            <a:off x="609600" y="533400"/>
            <a:ext cx="303213" cy="303213"/>
            <a:chOff x="703" y="300"/>
            <a:chExt cx="181" cy="181"/>
          </a:xfrm>
        </p:grpSpPr>
        <p:sp>
          <p:nvSpPr>
            <p:cNvPr id="120" name="Google Shape;120;p2"/>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1" name="Google Shape;121;p2"/>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2" name="Google Shape;122;p2"/>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3" name="Google Shape;123;p2"/>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4" name="Google Shape;124;p2"/>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5" name="Google Shape;125;p2"/>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26" name="Google Shape;126;p2"/>
          <p:cNvGrpSpPr/>
          <p:nvPr/>
        </p:nvGrpSpPr>
        <p:grpSpPr>
          <a:xfrm>
            <a:off x="8494713" y="5792788"/>
            <a:ext cx="554037" cy="552450"/>
            <a:chOff x="5369" y="3667"/>
            <a:chExt cx="349" cy="348"/>
          </a:xfrm>
        </p:grpSpPr>
        <p:sp>
          <p:nvSpPr>
            <p:cNvPr id="127" name="Google Shape;127;p2"/>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8" name="Google Shape;128;p2"/>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29" name="Google Shape;129;p2"/>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0" name="Google Shape;130;p2"/>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1" name="Google Shape;131;p2"/>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2" name="Google Shape;132;p2"/>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33" name="Google Shape;133;p2"/>
          <p:cNvGrpSpPr/>
          <p:nvPr/>
        </p:nvGrpSpPr>
        <p:grpSpPr>
          <a:xfrm>
            <a:off x="8113713" y="6221413"/>
            <a:ext cx="554037" cy="552450"/>
            <a:chOff x="5129" y="3937"/>
            <a:chExt cx="349" cy="348"/>
          </a:xfrm>
        </p:grpSpPr>
        <p:sp>
          <p:nvSpPr>
            <p:cNvPr id="134" name="Google Shape;134;p2"/>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5" name="Google Shape;135;p2"/>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6" name="Google Shape;136;p2"/>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7" name="Google Shape;137;p2"/>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8" name="Google Shape;138;p2"/>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39" name="Google Shape;139;p2"/>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40" name="Google Shape;140;p2"/>
          <p:cNvGrpSpPr/>
          <p:nvPr/>
        </p:nvGrpSpPr>
        <p:grpSpPr>
          <a:xfrm>
            <a:off x="8089900" y="5821363"/>
            <a:ext cx="390525" cy="390525"/>
            <a:chOff x="5114" y="3685"/>
            <a:chExt cx="246" cy="246"/>
          </a:xfrm>
        </p:grpSpPr>
        <p:sp>
          <p:nvSpPr>
            <p:cNvPr id="141" name="Google Shape;141;p2"/>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2" name="Google Shape;142;p2"/>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3" name="Google Shape;143;p2"/>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4" name="Google Shape;144;p2"/>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5" name="Google Shape;145;p2"/>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46" name="Google Shape;146;p2"/>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47" name="Google Shape;147;p2"/>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600"/>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500"/>
                                        <p:tgtEl>
                                          <p:spTgt spid="119"/>
                                        </p:tgtEl>
                                      </p:cBhvr>
                                    </p:animEffect>
                                  </p:childTnLst>
                                </p:cTn>
                              </p:par>
                              <p:par>
                                <p:cTn fill="hold" nodeType="withEffect" presetClass="emph" presetID="8" presetSubtype="0">
                                  <p:stCondLst>
                                    <p:cond delay="0"/>
                                  </p:stCondLst>
                                  <p:childTnLst>
                                    <p:animRot by="-21600000">
                                      <p:cBhvr>
                                        <p:cTn dur="500" fill="hold"/>
                                        <p:tgtEl>
                                          <p:spTgt spid="126"/>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133"/>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140"/>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119"/>
                                        </p:tgtEl>
                                        <p:attrNameLst>
                                          <p:attrName>r</p:attrName>
                                        </p:attrNameLst>
                                      </p:cBhvr>
                                    </p:animRot>
                                  </p:childTnLst>
                                </p:cTn>
                              </p:par>
                              <p:par>
                                <p:cTn fill="hold" nodeType="withEffect" presetClass="entr" presetID="23" presetSubtype="16">
                                  <p:stCondLst>
                                    <p:cond delay="500"/>
                                  </p:stCondLst>
                                  <p:childTnLst>
                                    <p:set>
                                      <p:cBhvr>
                                        <p:cTn dur="1" fill="hold">
                                          <p:stCondLst>
                                            <p:cond delay="0"/>
                                          </p:stCondLst>
                                        </p:cTn>
                                        <p:tgtEl>
                                          <p:spTgt spid="118">
                                            <p:txEl>
                                              <p:pRg end="0" st="0"/>
                                            </p:txEl>
                                          </p:spTgt>
                                        </p:tgtEl>
                                        <p:attrNameLst>
                                          <p:attrName>style.visibility</p:attrName>
                                        </p:attrNameLst>
                                      </p:cBhvr>
                                      <p:to>
                                        <p:strVal val="visible"/>
                                      </p:to>
                                    </p:set>
                                    <p:anim calcmode="lin" valueType="num">
                                      <p:cBhvr additive="base">
                                        <p:cTn dur="500"/>
                                        <p:tgtEl>
                                          <p:spTgt spid="118">
                                            <p:txEl>
                                              <p:pRg end="0" st="0"/>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0" st="0"/>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8">
                                            <p:txEl>
                                              <p:pRg end="1" st="1"/>
                                            </p:txEl>
                                          </p:spTgt>
                                        </p:tgtEl>
                                        <p:attrNameLst>
                                          <p:attrName>style.visibility</p:attrName>
                                        </p:attrNameLst>
                                      </p:cBhvr>
                                      <p:to>
                                        <p:strVal val="visible"/>
                                      </p:to>
                                    </p:set>
                                    <p:anim calcmode="lin" valueType="num">
                                      <p:cBhvr additive="base">
                                        <p:cTn dur="500"/>
                                        <p:tgtEl>
                                          <p:spTgt spid="118">
                                            <p:txEl>
                                              <p:pRg end="1" st="1"/>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1" st="1"/>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8">
                                            <p:txEl>
                                              <p:pRg end="2" st="2"/>
                                            </p:txEl>
                                          </p:spTgt>
                                        </p:tgtEl>
                                        <p:attrNameLst>
                                          <p:attrName>style.visibility</p:attrName>
                                        </p:attrNameLst>
                                      </p:cBhvr>
                                      <p:to>
                                        <p:strVal val="visible"/>
                                      </p:to>
                                    </p:set>
                                    <p:anim calcmode="lin" valueType="num">
                                      <p:cBhvr additive="base">
                                        <p:cTn dur="500"/>
                                        <p:tgtEl>
                                          <p:spTgt spid="118">
                                            <p:txEl>
                                              <p:pRg end="2" st="2"/>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2" st="2"/>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8">
                                            <p:txEl>
                                              <p:pRg end="3" st="3"/>
                                            </p:txEl>
                                          </p:spTgt>
                                        </p:tgtEl>
                                        <p:attrNameLst>
                                          <p:attrName>style.visibility</p:attrName>
                                        </p:attrNameLst>
                                      </p:cBhvr>
                                      <p:to>
                                        <p:strVal val="visible"/>
                                      </p:to>
                                    </p:set>
                                    <p:anim calcmode="lin" valueType="num">
                                      <p:cBhvr additive="base">
                                        <p:cTn dur="500"/>
                                        <p:tgtEl>
                                          <p:spTgt spid="118">
                                            <p:txEl>
                                              <p:pRg end="3" st="3"/>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3" st="3"/>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8">
                                            <p:txEl>
                                              <p:pRg end="4" st="4"/>
                                            </p:txEl>
                                          </p:spTgt>
                                        </p:tgtEl>
                                        <p:attrNameLst>
                                          <p:attrName>style.visibility</p:attrName>
                                        </p:attrNameLst>
                                      </p:cBhvr>
                                      <p:to>
                                        <p:strVal val="visible"/>
                                      </p:to>
                                    </p:set>
                                    <p:anim calcmode="lin" valueType="num">
                                      <p:cBhvr additive="base">
                                        <p:cTn dur="500"/>
                                        <p:tgtEl>
                                          <p:spTgt spid="118">
                                            <p:txEl>
                                              <p:pRg end="4" st="4"/>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4" st="4"/>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8">
                                            <p:txEl>
                                              <p:pRg end="5" st="5"/>
                                            </p:txEl>
                                          </p:spTgt>
                                        </p:tgtEl>
                                        <p:attrNameLst>
                                          <p:attrName>style.visibility</p:attrName>
                                        </p:attrNameLst>
                                      </p:cBhvr>
                                      <p:to>
                                        <p:strVal val="visible"/>
                                      </p:to>
                                    </p:set>
                                    <p:anim calcmode="lin" valueType="num">
                                      <p:cBhvr additive="base">
                                        <p:cTn dur="500"/>
                                        <p:tgtEl>
                                          <p:spTgt spid="118">
                                            <p:txEl>
                                              <p:pRg end="5" st="5"/>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5" st="5"/>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8">
                                            <p:txEl>
                                              <p:pRg end="6" st="6"/>
                                            </p:txEl>
                                          </p:spTgt>
                                        </p:tgtEl>
                                        <p:attrNameLst>
                                          <p:attrName>style.visibility</p:attrName>
                                        </p:attrNameLst>
                                      </p:cBhvr>
                                      <p:to>
                                        <p:strVal val="visible"/>
                                      </p:to>
                                    </p:set>
                                    <p:anim calcmode="lin" valueType="num">
                                      <p:cBhvr additive="base">
                                        <p:cTn dur="500"/>
                                        <p:tgtEl>
                                          <p:spTgt spid="118">
                                            <p:txEl>
                                              <p:pRg end="6" st="6"/>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6" st="6"/>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8">
                                            <p:txEl>
                                              <p:pRg end="7" st="7"/>
                                            </p:txEl>
                                          </p:spTgt>
                                        </p:tgtEl>
                                        <p:attrNameLst>
                                          <p:attrName>style.visibility</p:attrName>
                                        </p:attrNameLst>
                                      </p:cBhvr>
                                      <p:to>
                                        <p:strVal val="visible"/>
                                      </p:to>
                                    </p:set>
                                    <p:anim calcmode="lin" valueType="num">
                                      <p:cBhvr additive="base">
                                        <p:cTn dur="500"/>
                                        <p:tgtEl>
                                          <p:spTgt spid="118">
                                            <p:txEl>
                                              <p:pRg end="7" st="7"/>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7" st="7"/>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8">
                                            <p:txEl>
                                              <p:pRg end="8" st="8"/>
                                            </p:txEl>
                                          </p:spTgt>
                                        </p:tgtEl>
                                        <p:attrNameLst>
                                          <p:attrName>style.visibility</p:attrName>
                                        </p:attrNameLst>
                                      </p:cBhvr>
                                      <p:to>
                                        <p:strVal val="visible"/>
                                      </p:to>
                                    </p:set>
                                    <p:anim calcmode="lin" valueType="num">
                                      <p:cBhvr additive="base">
                                        <p:cTn dur="500"/>
                                        <p:tgtEl>
                                          <p:spTgt spid="118">
                                            <p:txEl>
                                              <p:pRg end="8" st="8"/>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8" st="8"/>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8">
                                            <p:txEl>
                                              <p:pRg end="9" st="9"/>
                                            </p:txEl>
                                          </p:spTgt>
                                        </p:tgtEl>
                                        <p:attrNameLst>
                                          <p:attrName>style.visibility</p:attrName>
                                        </p:attrNameLst>
                                      </p:cBhvr>
                                      <p:to>
                                        <p:strVal val="visible"/>
                                      </p:to>
                                    </p:set>
                                    <p:anim calcmode="lin" valueType="num">
                                      <p:cBhvr additive="base">
                                        <p:cTn dur="500"/>
                                        <p:tgtEl>
                                          <p:spTgt spid="118">
                                            <p:txEl>
                                              <p:pRg end="9" st="9"/>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9" st="9"/>
                                            </p:txEl>
                                          </p:spTgt>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500"/>
                                  </p:stCondLst>
                                  <p:childTnLst>
                                    <p:set>
                                      <p:cBhvr>
                                        <p:cTn dur="1" fill="hold">
                                          <p:stCondLst>
                                            <p:cond delay="0"/>
                                          </p:stCondLst>
                                        </p:cTn>
                                        <p:tgtEl>
                                          <p:spTgt spid="118">
                                            <p:txEl>
                                              <p:pRg end="10" st="10"/>
                                            </p:txEl>
                                          </p:spTgt>
                                        </p:tgtEl>
                                        <p:attrNameLst>
                                          <p:attrName>style.visibility</p:attrName>
                                        </p:attrNameLst>
                                      </p:cBhvr>
                                      <p:to>
                                        <p:strVal val="visible"/>
                                      </p:to>
                                    </p:set>
                                    <p:anim calcmode="lin" valueType="num">
                                      <p:cBhvr additive="base">
                                        <p:cTn dur="500"/>
                                        <p:tgtEl>
                                          <p:spTgt spid="118">
                                            <p:txEl>
                                              <p:pRg end="10" st="10"/>
                                            </p:txEl>
                                          </p:spTgt>
                                        </p:tgtEl>
                                        <p:attrNameLst>
                                          <p:attrName>ppt_w</p:attrName>
                                        </p:attrNameLst>
                                      </p:cBhvr>
                                      <p:tavLst>
                                        <p:tav fmla="" tm="0">
                                          <p:val>
                                            <p:strVal val="0"/>
                                          </p:val>
                                        </p:tav>
                                        <p:tav fmla="" tm="100000">
                                          <p:val>
                                            <p:strVal val="#ppt_w"/>
                                          </p:val>
                                        </p:tav>
                                      </p:tavLst>
                                    </p:anim>
                                    <p:anim calcmode="lin" valueType="num">
                                      <p:cBhvr additive="base">
                                        <p:cTn dur="500"/>
                                        <p:tgtEl>
                                          <p:spTgt spid="118">
                                            <p:txEl>
                                              <p:pRg end="10" st="10"/>
                                            </p:txEl>
                                          </p:spTgt>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3"/>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Inductive Learning</a:t>
            </a:r>
            <a:endParaRPr sz="4000">
              <a:solidFill>
                <a:schemeClr val="accent6"/>
              </a:solidFill>
            </a:endParaRPr>
          </a:p>
        </p:txBody>
      </p:sp>
      <p:sp>
        <p:nvSpPr>
          <p:cNvPr id="154" name="Google Shape;154;p3"/>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440"/>
              </a:spcBef>
              <a:spcAft>
                <a:spcPts val="0"/>
              </a:spcAft>
              <a:buSzPts val="2200"/>
              <a:buChar char="•"/>
            </a:pPr>
            <a:r>
              <a:rPr lang="en-US" sz="2200"/>
              <a:t>The inductive learning is based on formulating a generalized concept after observing a number of instances of examples of the concept. </a:t>
            </a:r>
            <a:endParaRPr sz="2200"/>
          </a:p>
          <a:p>
            <a:pPr indent="-342900" lvl="0" marL="342900" rtl="0" algn="l">
              <a:lnSpc>
                <a:spcPct val="100000"/>
              </a:lnSpc>
              <a:spcBef>
                <a:spcPts val="440"/>
              </a:spcBef>
              <a:spcAft>
                <a:spcPts val="0"/>
              </a:spcAft>
              <a:buClr>
                <a:schemeClr val="dk1"/>
              </a:buClr>
              <a:buSzPts val="2200"/>
              <a:buChar char="•"/>
            </a:pPr>
            <a:r>
              <a:rPr lang="en-US" sz="2200"/>
              <a:t>It means the process of learning by example -- where a system tries to induce a general rule from a set of observed instances.</a:t>
            </a:r>
            <a:endParaRPr/>
          </a:p>
          <a:p>
            <a:pPr indent="-342900" lvl="0" marL="342900" rtl="0" algn="l">
              <a:lnSpc>
                <a:spcPct val="100000"/>
              </a:lnSpc>
              <a:spcBef>
                <a:spcPts val="440"/>
              </a:spcBef>
              <a:spcAft>
                <a:spcPts val="0"/>
              </a:spcAft>
              <a:buClr>
                <a:schemeClr val="dk1"/>
              </a:buClr>
              <a:buSzPts val="2200"/>
              <a:buChar char="•"/>
            </a:pPr>
            <a:r>
              <a:rPr lang="en-US" sz="2200"/>
              <a:t>Most machine learning models learn using a type of inductive inference or inductive reasoning where general rules (the model) are learned from specific historical examples (the training data).</a:t>
            </a:r>
            <a:endParaRPr sz="2200"/>
          </a:p>
          <a:p>
            <a:pPr indent="0" lvl="0" marL="0" rtl="0" algn="l">
              <a:lnSpc>
                <a:spcPct val="100000"/>
              </a:lnSpc>
              <a:spcBef>
                <a:spcPts val="360"/>
              </a:spcBef>
              <a:spcAft>
                <a:spcPts val="0"/>
              </a:spcAft>
              <a:buClr>
                <a:schemeClr val="dk1"/>
              </a:buClr>
              <a:buSzPts val="2200"/>
              <a:buFont typeface="Arial"/>
              <a:buNone/>
            </a:pPr>
            <a:r>
              <a:t/>
            </a:r>
            <a:endParaRPr sz="2200"/>
          </a:p>
        </p:txBody>
      </p:sp>
      <p:grpSp>
        <p:nvGrpSpPr>
          <p:cNvPr id="155" name="Google Shape;155;p3"/>
          <p:cNvGrpSpPr/>
          <p:nvPr/>
        </p:nvGrpSpPr>
        <p:grpSpPr>
          <a:xfrm>
            <a:off x="609600" y="533400"/>
            <a:ext cx="303213" cy="303213"/>
            <a:chOff x="703" y="300"/>
            <a:chExt cx="181" cy="181"/>
          </a:xfrm>
        </p:grpSpPr>
        <p:sp>
          <p:nvSpPr>
            <p:cNvPr id="156" name="Google Shape;156;p3"/>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7" name="Google Shape;157;p3"/>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8" name="Google Shape;158;p3"/>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9" name="Google Shape;159;p3"/>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0" name="Google Shape;160;p3"/>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1" name="Google Shape;161;p3"/>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62" name="Google Shape;162;p3"/>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500"/>
                                        <p:tgtEl>
                                          <p:spTgt spid="155"/>
                                        </p:tgtEl>
                                      </p:cBhvr>
                                    </p:animEffect>
                                  </p:childTnLst>
                                </p:cTn>
                              </p:par>
                              <p:par>
                                <p:cTn fill="hold" nodeType="withEffect" presetClass="emph" presetID="8" presetSubtype="0">
                                  <p:stCondLst>
                                    <p:cond delay="500"/>
                                  </p:stCondLst>
                                  <p:childTnLst>
                                    <p:animRot by="-21600000">
                                      <p:cBhvr>
                                        <p:cTn dur="500" fill="hold"/>
                                        <p:tgtEl>
                                          <p:spTgt spid="15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Concept Learning</a:t>
            </a:r>
            <a:endParaRPr sz="4000">
              <a:solidFill>
                <a:schemeClr val="accent6"/>
              </a:solidFill>
            </a:endParaRPr>
          </a:p>
        </p:txBody>
      </p:sp>
      <p:sp>
        <p:nvSpPr>
          <p:cNvPr id="169" name="Google Shape;169;p4"/>
          <p:cNvSpPr txBox="1"/>
          <p:nvPr>
            <p:ph idx="1" type="body"/>
          </p:nvPr>
        </p:nvSpPr>
        <p:spPr>
          <a:xfrm>
            <a:off x="457200" y="1022200"/>
            <a:ext cx="8382000" cy="5226300"/>
          </a:xfrm>
          <a:prstGeom prst="rect">
            <a:avLst/>
          </a:prstGeom>
          <a:noFill/>
          <a:ln>
            <a:noFill/>
          </a:ln>
        </p:spPr>
        <p:txBody>
          <a:bodyPr anchorCtr="0" anchor="t" bIns="45700" lIns="91425" spcFirstLastPara="1" rIns="91425" wrap="square" tIns="45700">
            <a:noAutofit/>
          </a:bodyPr>
          <a:lstStyle/>
          <a:p>
            <a:pPr indent="-190500" lvl="0" marL="342900" rtl="0" algn="l">
              <a:lnSpc>
                <a:spcPct val="90000"/>
              </a:lnSpc>
              <a:spcBef>
                <a:spcPts val="0"/>
              </a:spcBef>
              <a:spcAft>
                <a:spcPts val="0"/>
              </a:spcAft>
              <a:buClr>
                <a:schemeClr val="dk1"/>
              </a:buClr>
              <a:buSzPts val="2400"/>
              <a:buFont typeface="Arial"/>
              <a:buNone/>
            </a:pPr>
            <a:r>
              <a:t/>
            </a:r>
            <a:endParaRPr sz="2200"/>
          </a:p>
          <a:p>
            <a:pPr indent="-330200" lvl="0" marL="342900" rtl="0" algn="l">
              <a:lnSpc>
                <a:spcPct val="90000"/>
              </a:lnSpc>
              <a:spcBef>
                <a:spcPts val="480"/>
              </a:spcBef>
              <a:spcAft>
                <a:spcPts val="0"/>
              </a:spcAft>
              <a:buClr>
                <a:schemeClr val="dk1"/>
              </a:buClr>
              <a:buSzPts val="2200"/>
              <a:buFont typeface="Lato"/>
              <a:buChar char="•"/>
            </a:pPr>
            <a:r>
              <a:rPr lang="en-US" sz="2200"/>
              <a:t>The problem of searching through a predefined space of potential hypotheses for the hypothesis that best fits the training examples.</a:t>
            </a:r>
            <a:endParaRPr sz="2200"/>
          </a:p>
          <a:p>
            <a:pPr indent="-342900" lvl="0" marL="342900" rtl="0" algn="l">
              <a:lnSpc>
                <a:spcPct val="100000"/>
              </a:lnSpc>
              <a:spcBef>
                <a:spcPts val="360"/>
              </a:spcBef>
              <a:spcAft>
                <a:spcPts val="0"/>
              </a:spcAft>
              <a:buSzPts val="2200"/>
              <a:buFont typeface="Lato"/>
              <a:buChar char="•"/>
            </a:pPr>
            <a:r>
              <a:rPr lang="en-US" sz="2200"/>
              <a:t>Much of human learning involves acquiring general concepts from past experiences. For an example, humans identify different vehicles among all the vehicles based on some specific set of features defined over a large set of features. This special set of features differentiates the subset of cars in the set of vehicles. This set of features that differentiate cars, can be called a concept.</a:t>
            </a:r>
            <a:endParaRPr sz="2200"/>
          </a:p>
          <a:p>
            <a:pPr indent="-342900" lvl="0" marL="342900" rtl="0" algn="l">
              <a:lnSpc>
                <a:spcPct val="100000"/>
              </a:lnSpc>
              <a:spcBef>
                <a:spcPts val="360"/>
              </a:spcBef>
              <a:spcAft>
                <a:spcPts val="0"/>
              </a:spcAft>
              <a:buSzPts val="2200"/>
              <a:buFont typeface="Lato"/>
              <a:buChar char="•"/>
            </a:pPr>
            <a:r>
              <a:rPr lang="en-US" sz="2200"/>
              <a:t>Similarly, machines can also learn from the concepts to identify whether an object belongs to a specific category or not by processing past/training data to find a hypothesis that best fits the training examples.</a:t>
            </a:r>
            <a:endParaRPr sz="2200"/>
          </a:p>
        </p:txBody>
      </p:sp>
      <p:grpSp>
        <p:nvGrpSpPr>
          <p:cNvPr id="170" name="Google Shape;170;p4"/>
          <p:cNvGrpSpPr/>
          <p:nvPr/>
        </p:nvGrpSpPr>
        <p:grpSpPr>
          <a:xfrm>
            <a:off x="609600" y="533400"/>
            <a:ext cx="303213" cy="303213"/>
            <a:chOff x="703" y="300"/>
            <a:chExt cx="181" cy="181"/>
          </a:xfrm>
        </p:grpSpPr>
        <p:sp>
          <p:nvSpPr>
            <p:cNvPr id="171" name="Google Shape;171;p4"/>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2" name="Google Shape;172;p4"/>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3" name="Google Shape;173;p4"/>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4" name="Google Shape;174;p4"/>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5" name="Google Shape;175;p4"/>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76" name="Google Shape;176;p4"/>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77" name="Google Shape;177;p4"/>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500"/>
                                        <p:tgtEl>
                                          <p:spTgt spid="170"/>
                                        </p:tgtEl>
                                      </p:cBhvr>
                                    </p:animEffect>
                                  </p:childTnLst>
                                </p:cTn>
                              </p:par>
                              <p:par>
                                <p:cTn fill="hold" nodeType="withEffect" presetClass="emph" presetID="8" presetSubtype="0">
                                  <p:stCondLst>
                                    <p:cond delay="500"/>
                                  </p:stCondLst>
                                  <p:childTnLst>
                                    <p:animRot by="-21600000">
                                      <p:cBhvr>
                                        <p:cTn dur="500" fill="hold"/>
                                        <p:tgtEl>
                                          <p:spTgt spid="17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5"/>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What is a Hypothesis?</a:t>
            </a:r>
            <a:endParaRPr sz="4000">
              <a:solidFill>
                <a:schemeClr val="accent6"/>
              </a:solidFill>
            </a:endParaRPr>
          </a:p>
        </p:txBody>
      </p:sp>
      <p:sp>
        <p:nvSpPr>
          <p:cNvPr id="184" name="Google Shape;184;p5"/>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Char char="•"/>
            </a:pPr>
            <a:r>
              <a:rPr lang="en-US" sz="2400"/>
              <a:t>In most supervised machine learning algorithm, our main goal is to find out a possible hypothesis from the hypothesis space that could possibly map out the inputs to the proper outputs.</a:t>
            </a:r>
            <a:endParaRPr/>
          </a:p>
          <a:p>
            <a:pPr indent="-342900" lvl="0" marL="342900" rtl="0" algn="l">
              <a:lnSpc>
                <a:spcPct val="90000"/>
              </a:lnSpc>
              <a:spcBef>
                <a:spcPts val="480"/>
              </a:spcBef>
              <a:spcAft>
                <a:spcPts val="0"/>
              </a:spcAft>
              <a:buClr>
                <a:schemeClr val="dk1"/>
              </a:buClr>
              <a:buSzPts val="2400"/>
              <a:buChar char="•"/>
            </a:pPr>
            <a:r>
              <a:rPr lang="en-US" sz="2400"/>
              <a:t>A hypothesis is a candidate model that approximates a target function for mapping examples of inputs to outputs</a:t>
            </a:r>
            <a:endParaRPr/>
          </a:p>
          <a:p>
            <a:pPr indent="-342900" lvl="0" marL="342900" rtl="0" algn="l">
              <a:lnSpc>
                <a:spcPct val="90000"/>
              </a:lnSpc>
              <a:spcBef>
                <a:spcPts val="480"/>
              </a:spcBef>
              <a:spcAft>
                <a:spcPts val="0"/>
              </a:spcAft>
              <a:buClr>
                <a:schemeClr val="dk1"/>
              </a:buClr>
              <a:buSzPts val="2400"/>
              <a:buChar char="•"/>
            </a:pPr>
            <a:r>
              <a:rPr lang="en-US" sz="2400"/>
              <a:t>A hypothesis is a function that best describes the target in supervised machine learning.</a:t>
            </a:r>
            <a:endParaRPr/>
          </a:p>
          <a:p>
            <a:pPr indent="0" lvl="0" marL="342900" rtl="0" algn="l">
              <a:lnSpc>
                <a:spcPct val="90000"/>
              </a:lnSpc>
              <a:spcBef>
                <a:spcPts val="480"/>
              </a:spcBef>
              <a:spcAft>
                <a:spcPts val="0"/>
              </a:spcAft>
              <a:buSzPts val="1800"/>
              <a:buNone/>
            </a:pPr>
            <a:r>
              <a:t/>
            </a:r>
            <a:endParaRPr sz="2400"/>
          </a:p>
        </p:txBody>
      </p:sp>
      <p:grpSp>
        <p:nvGrpSpPr>
          <p:cNvPr id="185" name="Google Shape;185;p5"/>
          <p:cNvGrpSpPr/>
          <p:nvPr/>
        </p:nvGrpSpPr>
        <p:grpSpPr>
          <a:xfrm>
            <a:off x="609600" y="533400"/>
            <a:ext cx="303213" cy="303213"/>
            <a:chOff x="703" y="300"/>
            <a:chExt cx="181" cy="181"/>
          </a:xfrm>
        </p:grpSpPr>
        <p:sp>
          <p:nvSpPr>
            <p:cNvPr id="186" name="Google Shape;186;p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7" name="Google Shape;187;p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8" name="Google Shape;188;p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89" name="Google Shape;189;p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0" name="Google Shape;190;p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91" name="Google Shape;191;p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192" name="Google Shape;192;p5"/>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par>
                                <p:cTn fill="hold" nodeType="withEffect" presetClass="emph" presetID="8" presetSubtype="0">
                                  <p:stCondLst>
                                    <p:cond delay="500"/>
                                  </p:stCondLst>
                                  <p:childTnLst>
                                    <p:animRot by="-21600000">
                                      <p:cBhvr>
                                        <p:cTn dur="500" fill="hold"/>
                                        <p:tgtEl>
                                          <p:spTgt spid="18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6"/>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What is a Hypothesis?</a:t>
            </a:r>
            <a:endParaRPr sz="4000">
              <a:solidFill>
                <a:schemeClr val="accent6"/>
              </a:solidFill>
            </a:endParaRPr>
          </a:p>
        </p:txBody>
      </p:sp>
      <p:sp>
        <p:nvSpPr>
          <p:cNvPr id="199" name="Google Shape;199;p6"/>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Char char="•"/>
            </a:pPr>
            <a:r>
              <a:rPr lang="en-US" sz="2400"/>
              <a:t>To better understand the Hypothesis Space and Hypothesis consider the following coordinate that shows the distribution of some data:</a:t>
            </a:r>
            <a:endParaRPr/>
          </a:p>
          <a:p>
            <a:pPr indent="-190500" lvl="0" marL="342900" rtl="0" algn="l">
              <a:lnSpc>
                <a:spcPct val="90000"/>
              </a:lnSpc>
              <a:spcBef>
                <a:spcPts val="480"/>
              </a:spcBef>
              <a:spcAft>
                <a:spcPts val="0"/>
              </a:spcAft>
              <a:buClr>
                <a:schemeClr val="dk1"/>
              </a:buClr>
              <a:buSzPts val="2400"/>
              <a:buFont typeface="Arial"/>
              <a:buNone/>
            </a:pPr>
            <a:r>
              <a:t/>
            </a:r>
            <a:endParaRPr sz="2400"/>
          </a:p>
        </p:txBody>
      </p:sp>
      <p:grpSp>
        <p:nvGrpSpPr>
          <p:cNvPr id="200" name="Google Shape;200;p6"/>
          <p:cNvGrpSpPr/>
          <p:nvPr/>
        </p:nvGrpSpPr>
        <p:grpSpPr>
          <a:xfrm>
            <a:off x="609600" y="533400"/>
            <a:ext cx="303213" cy="303213"/>
            <a:chOff x="703" y="300"/>
            <a:chExt cx="181" cy="181"/>
          </a:xfrm>
        </p:grpSpPr>
        <p:sp>
          <p:nvSpPr>
            <p:cNvPr id="201" name="Google Shape;201;p6"/>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2" name="Google Shape;202;p6"/>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3" name="Google Shape;203;p6"/>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4" name="Google Shape;204;p6"/>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5" name="Google Shape;205;p6"/>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6" name="Google Shape;206;p6"/>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pic>
        <p:nvPicPr>
          <p:cNvPr descr="C:\Users\Administrator\Desktop\pic115-e1571067125451.png" id="207" name="Google Shape;207;p6"/>
          <p:cNvPicPr preferRelativeResize="0"/>
          <p:nvPr/>
        </p:nvPicPr>
        <p:blipFill rotWithShape="1">
          <a:blip r:embed="rId3">
            <a:alphaModFix/>
          </a:blip>
          <a:srcRect b="0" l="0" r="0" t="0"/>
          <a:stretch/>
        </p:blipFill>
        <p:spPr>
          <a:xfrm>
            <a:off x="1631093" y="2692797"/>
            <a:ext cx="5912707" cy="3708003"/>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500"/>
                                        <p:tgtEl>
                                          <p:spTgt spid="200"/>
                                        </p:tgtEl>
                                      </p:cBhvr>
                                    </p:animEffect>
                                  </p:childTnLst>
                                </p:cTn>
                              </p:par>
                              <p:par>
                                <p:cTn fill="hold" nodeType="withEffect" presetClass="emph" presetID="8" presetSubtype="0">
                                  <p:stCondLst>
                                    <p:cond delay="500"/>
                                  </p:stCondLst>
                                  <p:childTnLst>
                                    <p:animRot by="-21600000">
                                      <p:cBhvr>
                                        <p:cTn dur="500" fill="hold"/>
                                        <p:tgtEl>
                                          <p:spTgt spid="200"/>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7"/>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What is a Hypothesis?</a:t>
            </a:r>
            <a:endParaRPr sz="4000">
              <a:solidFill>
                <a:schemeClr val="accent6"/>
              </a:solidFill>
            </a:endParaRPr>
          </a:p>
        </p:txBody>
      </p:sp>
      <p:sp>
        <p:nvSpPr>
          <p:cNvPr id="214" name="Google Shape;214;p7"/>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Char char="•"/>
            </a:pPr>
            <a:r>
              <a:rPr lang="en-US" sz="2400"/>
              <a:t>Suppose we have test data for which we have to determine the outputs or results. The test data is as shown below:</a:t>
            </a:r>
            <a:endParaRPr/>
          </a:p>
        </p:txBody>
      </p:sp>
      <p:grpSp>
        <p:nvGrpSpPr>
          <p:cNvPr id="215" name="Google Shape;215;p7"/>
          <p:cNvGrpSpPr/>
          <p:nvPr/>
        </p:nvGrpSpPr>
        <p:grpSpPr>
          <a:xfrm>
            <a:off x="609600" y="533400"/>
            <a:ext cx="303213" cy="303213"/>
            <a:chOff x="703" y="300"/>
            <a:chExt cx="181" cy="181"/>
          </a:xfrm>
        </p:grpSpPr>
        <p:sp>
          <p:nvSpPr>
            <p:cNvPr id="216" name="Google Shape;216;p7"/>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7" name="Google Shape;217;p7"/>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8" name="Google Shape;218;p7"/>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19" name="Google Shape;219;p7"/>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0" name="Google Shape;220;p7"/>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21" name="Google Shape;221;p7"/>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22" name="Google Shape;222;p7"/>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Administrator\Desktop\pic28-e1571067226838.png" id="223" name="Google Shape;223;p7"/>
          <p:cNvPicPr preferRelativeResize="0"/>
          <p:nvPr/>
        </p:nvPicPr>
        <p:blipFill rotWithShape="1">
          <a:blip r:embed="rId3">
            <a:alphaModFix/>
          </a:blip>
          <a:srcRect b="0" l="0" r="0" t="0"/>
          <a:stretch/>
        </p:blipFill>
        <p:spPr>
          <a:xfrm>
            <a:off x="1828800" y="2667000"/>
            <a:ext cx="5715000" cy="3728616"/>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5"/>
                                        </p:tgtEl>
                                        <p:attrNameLst>
                                          <p:attrName>style.visibility</p:attrName>
                                        </p:attrNameLst>
                                      </p:cBhvr>
                                      <p:to>
                                        <p:strVal val="visible"/>
                                      </p:to>
                                    </p:set>
                                    <p:animEffect filter="fade" transition="in">
                                      <p:cBhvr>
                                        <p:cTn dur="500"/>
                                        <p:tgtEl>
                                          <p:spTgt spid="215"/>
                                        </p:tgtEl>
                                      </p:cBhvr>
                                    </p:animEffect>
                                  </p:childTnLst>
                                </p:cTn>
                              </p:par>
                              <p:par>
                                <p:cTn fill="hold" nodeType="withEffect" presetClass="emph" presetID="8" presetSubtype="0">
                                  <p:stCondLst>
                                    <p:cond delay="500"/>
                                  </p:stCondLst>
                                  <p:childTnLst>
                                    <p:animRot by="-21600000">
                                      <p:cBhvr>
                                        <p:cTn dur="500" fill="hold"/>
                                        <p:tgtEl>
                                          <p:spTgt spid="215"/>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8"/>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What is a Hypothesis?</a:t>
            </a:r>
            <a:endParaRPr sz="4000">
              <a:solidFill>
                <a:schemeClr val="accent6"/>
              </a:solidFill>
            </a:endParaRPr>
          </a:p>
        </p:txBody>
      </p:sp>
      <p:sp>
        <p:nvSpPr>
          <p:cNvPr id="230" name="Google Shape;230;p8"/>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Char char="•"/>
            </a:pPr>
            <a:r>
              <a:rPr lang="en-US" sz="2400"/>
              <a:t>We can predict the outcomes by dividing the coordinate as shown below:</a:t>
            </a:r>
            <a:endParaRPr/>
          </a:p>
        </p:txBody>
      </p:sp>
      <p:grpSp>
        <p:nvGrpSpPr>
          <p:cNvPr id="231" name="Google Shape;231;p8"/>
          <p:cNvGrpSpPr/>
          <p:nvPr/>
        </p:nvGrpSpPr>
        <p:grpSpPr>
          <a:xfrm>
            <a:off x="609600" y="533400"/>
            <a:ext cx="303213" cy="303213"/>
            <a:chOff x="703" y="300"/>
            <a:chExt cx="181" cy="181"/>
          </a:xfrm>
        </p:grpSpPr>
        <p:sp>
          <p:nvSpPr>
            <p:cNvPr id="232" name="Google Shape;232;p8"/>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3" name="Google Shape;233;p8"/>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4" name="Google Shape;234;p8"/>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5" name="Google Shape;235;p8"/>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6" name="Google Shape;236;p8"/>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7" name="Google Shape;237;p8"/>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38" name="Google Shape;238;p8"/>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Administrator\Desktop\pic35-e1571067316264.png" id="239" name="Google Shape;239;p8"/>
          <p:cNvPicPr preferRelativeResize="0"/>
          <p:nvPr/>
        </p:nvPicPr>
        <p:blipFill rotWithShape="1">
          <a:blip r:embed="rId3">
            <a:alphaModFix/>
          </a:blip>
          <a:srcRect b="0" l="0" r="0" t="0"/>
          <a:stretch/>
        </p:blipFill>
        <p:spPr>
          <a:xfrm>
            <a:off x="2133600" y="2270784"/>
            <a:ext cx="5562600" cy="4130016"/>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par>
                                <p:cTn fill="hold" nodeType="withEffect" presetClass="emph" presetID="8" presetSubtype="0">
                                  <p:stCondLst>
                                    <p:cond delay="500"/>
                                  </p:stCondLst>
                                  <p:childTnLst>
                                    <p:animRot by="-21600000">
                                      <p:cBhvr>
                                        <p:cTn dur="500" fill="hold"/>
                                        <p:tgtEl>
                                          <p:spTgt spid="23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9"/>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What is a Hypothesis?</a:t>
            </a:r>
            <a:endParaRPr sz="4000">
              <a:solidFill>
                <a:schemeClr val="accent6"/>
              </a:solidFill>
            </a:endParaRPr>
          </a:p>
        </p:txBody>
      </p:sp>
      <p:sp>
        <p:nvSpPr>
          <p:cNvPr id="246" name="Google Shape;246;p9"/>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Char char="•"/>
            </a:pPr>
            <a:r>
              <a:rPr lang="en-US" sz="2400"/>
              <a:t>So the test data would yield the following result:</a:t>
            </a:r>
            <a:endParaRPr/>
          </a:p>
        </p:txBody>
      </p:sp>
      <p:grpSp>
        <p:nvGrpSpPr>
          <p:cNvPr id="247" name="Google Shape;247;p9"/>
          <p:cNvGrpSpPr/>
          <p:nvPr/>
        </p:nvGrpSpPr>
        <p:grpSpPr>
          <a:xfrm>
            <a:off x="609600" y="533400"/>
            <a:ext cx="303213" cy="303213"/>
            <a:chOff x="703" y="300"/>
            <a:chExt cx="181" cy="181"/>
          </a:xfrm>
        </p:grpSpPr>
        <p:sp>
          <p:nvSpPr>
            <p:cNvPr id="248" name="Google Shape;248;p9"/>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49" name="Google Shape;249;p9"/>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0" name="Google Shape;250;p9"/>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1" name="Google Shape;251;p9"/>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2" name="Google Shape;252;p9"/>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53" name="Google Shape;253;p9"/>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54" name="Google Shape;254;p9"/>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Administrator\Desktop\pic46-e1571067365246.png" id="255" name="Google Shape;255;p9"/>
          <p:cNvPicPr preferRelativeResize="0"/>
          <p:nvPr/>
        </p:nvPicPr>
        <p:blipFill rotWithShape="1">
          <a:blip r:embed="rId3">
            <a:alphaModFix/>
          </a:blip>
          <a:srcRect b="0" l="0" r="0" t="0"/>
          <a:stretch/>
        </p:blipFill>
        <p:spPr>
          <a:xfrm>
            <a:off x="1447800" y="1981200"/>
            <a:ext cx="6372225" cy="40005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500"/>
                                        <p:tgtEl>
                                          <p:spTgt spid="247"/>
                                        </p:tgtEl>
                                      </p:cBhvr>
                                    </p:animEffect>
                                  </p:childTnLst>
                                </p:cTn>
                              </p:par>
                              <p:par>
                                <p:cTn fill="hold" nodeType="withEffect" presetClass="emph" presetID="8" presetSubtype="0">
                                  <p:stCondLst>
                                    <p:cond delay="500"/>
                                  </p:stCondLst>
                                  <p:childTnLst>
                                    <p:animRot by="-21600000">
                                      <p:cBhvr>
                                        <p:cTn dur="500" fill="hold"/>
                                        <p:tgtEl>
                                          <p:spTgt spid="24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0"/>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What is a Hypothesis?</a:t>
            </a:r>
            <a:endParaRPr sz="4000">
              <a:solidFill>
                <a:schemeClr val="accent6"/>
              </a:solidFill>
            </a:endParaRPr>
          </a:p>
        </p:txBody>
      </p:sp>
      <p:sp>
        <p:nvSpPr>
          <p:cNvPr id="262" name="Google Shape;262;p10"/>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Char char="•"/>
            </a:pPr>
            <a:r>
              <a:rPr lang="en-US" sz="2400"/>
              <a:t>But note here that we could have divided the coordinate plane as:</a:t>
            </a:r>
            <a:endParaRPr/>
          </a:p>
        </p:txBody>
      </p:sp>
      <p:grpSp>
        <p:nvGrpSpPr>
          <p:cNvPr id="263" name="Google Shape;263;p10"/>
          <p:cNvGrpSpPr/>
          <p:nvPr/>
        </p:nvGrpSpPr>
        <p:grpSpPr>
          <a:xfrm>
            <a:off x="609600" y="533400"/>
            <a:ext cx="303213" cy="303213"/>
            <a:chOff x="703" y="300"/>
            <a:chExt cx="181" cy="181"/>
          </a:xfrm>
        </p:grpSpPr>
        <p:sp>
          <p:nvSpPr>
            <p:cNvPr id="264" name="Google Shape;264;p1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5" name="Google Shape;265;p1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6" name="Google Shape;266;p1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7" name="Google Shape;267;p1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8" name="Google Shape;268;p1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69" name="Google Shape;269;p1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270" name="Google Shape;270;p10"/>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descr="C:\Users\Administrator\Desktop\pic72-e1571067418220.png" id="271" name="Google Shape;271;p10"/>
          <p:cNvPicPr preferRelativeResize="0"/>
          <p:nvPr/>
        </p:nvPicPr>
        <p:blipFill rotWithShape="1">
          <a:blip r:embed="rId3">
            <a:alphaModFix/>
          </a:blip>
          <a:srcRect b="0" l="0" r="0" t="0"/>
          <a:stretch/>
        </p:blipFill>
        <p:spPr>
          <a:xfrm>
            <a:off x="1524000" y="2514600"/>
            <a:ext cx="6805613" cy="355282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500"/>
                                        <p:tgtEl>
                                          <p:spTgt spid="263"/>
                                        </p:tgtEl>
                                      </p:cBhvr>
                                    </p:animEffect>
                                  </p:childTnLst>
                                </p:cTn>
                              </p:par>
                              <p:par>
                                <p:cTn fill="hold" nodeType="withEffect" presetClass="emph" presetID="8" presetSubtype="0">
                                  <p:stCondLst>
                                    <p:cond delay="500"/>
                                  </p:stCondLst>
                                  <p:childTnLst>
                                    <p:animRot by="-21600000">
                                      <p:cBhvr>
                                        <p:cTn dur="500" fill="hold"/>
                                        <p:tgtEl>
                                          <p:spTgt spid="26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1"/>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What is a Hypothesis?</a:t>
            </a:r>
            <a:endParaRPr sz="4000">
              <a:solidFill>
                <a:schemeClr val="accent6"/>
              </a:solidFill>
            </a:endParaRPr>
          </a:p>
        </p:txBody>
      </p:sp>
      <p:sp>
        <p:nvSpPr>
          <p:cNvPr id="278" name="Google Shape;278;p11"/>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000"/>
              <a:buChar char="•"/>
            </a:pPr>
            <a:r>
              <a:rPr lang="en-US" sz="2000"/>
              <a:t>The way in which the coordinate would be divided depends on the data, algorithm and constraints.</a:t>
            </a:r>
            <a:endParaRPr/>
          </a:p>
          <a:p>
            <a:pPr indent="-342900" lvl="0" marL="342900" rtl="0" algn="l">
              <a:lnSpc>
                <a:spcPct val="100000"/>
              </a:lnSpc>
              <a:spcBef>
                <a:spcPts val="400"/>
              </a:spcBef>
              <a:spcAft>
                <a:spcPts val="0"/>
              </a:spcAft>
              <a:buClr>
                <a:schemeClr val="dk1"/>
              </a:buClr>
              <a:buSzPts val="2000"/>
              <a:buChar char="•"/>
            </a:pPr>
            <a:r>
              <a:rPr lang="en-US" sz="2000"/>
              <a:t>All these legal possible ways in which we can divide the coordinate plane to predict the outcome of the test data composes of the Hypothesis Space. Each individual possible way is known as the hypothesis. </a:t>
            </a:r>
            <a:endParaRPr/>
          </a:p>
        </p:txBody>
      </p:sp>
      <p:grpSp>
        <p:nvGrpSpPr>
          <p:cNvPr id="279" name="Google Shape;279;p11"/>
          <p:cNvGrpSpPr/>
          <p:nvPr/>
        </p:nvGrpSpPr>
        <p:grpSpPr>
          <a:xfrm>
            <a:off x="609600" y="533400"/>
            <a:ext cx="303213" cy="303213"/>
            <a:chOff x="703" y="300"/>
            <a:chExt cx="181" cy="181"/>
          </a:xfrm>
        </p:grpSpPr>
        <p:sp>
          <p:nvSpPr>
            <p:cNvPr id="280" name="Google Shape;280;p11"/>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1" name="Google Shape;281;p11"/>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2" name="Google Shape;282;p11"/>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3" name="Google Shape;283;p11"/>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4" name="Google Shape;284;p11"/>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5" name="Google Shape;285;p11"/>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pic>
        <p:nvPicPr>
          <p:cNvPr descr="C:\Users\Administrator\Desktop\pic82-e1571070331775.png" id="286" name="Google Shape;286;p11"/>
          <p:cNvPicPr preferRelativeResize="0"/>
          <p:nvPr/>
        </p:nvPicPr>
        <p:blipFill rotWithShape="1">
          <a:blip r:embed="rId3">
            <a:alphaModFix/>
          </a:blip>
          <a:srcRect b="0" l="0" r="0" t="0"/>
          <a:stretch/>
        </p:blipFill>
        <p:spPr>
          <a:xfrm>
            <a:off x="685800" y="3276600"/>
            <a:ext cx="7924800" cy="33528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79"/>
                                        </p:tgtEl>
                                        <p:attrNameLst>
                                          <p:attrName>style.visibility</p:attrName>
                                        </p:attrNameLst>
                                      </p:cBhvr>
                                      <p:to>
                                        <p:strVal val="visible"/>
                                      </p:to>
                                    </p:set>
                                    <p:animEffect filter="fade" transition="in">
                                      <p:cBhvr>
                                        <p:cTn dur="500"/>
                                        <p:tgtEl>
                                          <p:spTgt spid="279"/>
                                        </p:tgtEl>
                                      </p:cBhvr>
                                    </p:animEffect>
                                  </p:childTnLst>
                                </p:cTn>
                              </p:par>
                              <p:par>
                                <p:cTn fill="hold" nodeType="withEffect" presetClass="emph" presetID="8" presetSubtype="0">
                                  <p:stCondLst>
                                    <p:cond delay="500"/>
                                  </p:stCondLst>
                                  <p:childTnLst>
                                    <p:animRot by="-21600000">
                                      <p:cBhvr>
                                        <p:cTn dur="500" fill="hold"/>
                                        <p:tgtEl>
                                          <p:spTgt spid="27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2"/>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Hypothesis Space</a:t>
            </a:r>
            <a:endParaRPr sz="4000">
              <a:solidFill>
                <a:schemeClr val="accent6"/>
              </a:solidFill>
            </a:endParaRPr>
          </a:p>
        </p:txBody>
      </p:sp>
      <p:sp>
        <p:nvSpPr>
          <p:cNvPr id="293" name="Google Shape;293;p12"/>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190500" lvl="0" marL="342900" rtl="0" algn="l">
              <a:lnSpc>
                <a:spcPct val="90000"/>
              </a:lnSpc>
              <a:spcBef>
                <a:spcPts val="0"/>
              </a:spcBef>
              <a:spcAft>
                <a:spcPts val="0"/>
              </a:spcAft>
              <a:buClr>
                <a:schemeClr val="dk1"/>
              </a:buClr>
              <a:buSzPts val="2400"/>
              <a:buFont typeface="Arial"/>
              <a:buNone/>
            </a:pPr>
            <a:r>
              <a:t/>
            </a:r>
            <a:endParaRPr sz="2400"/>
          </a:p>
          <a:p>
            <a:pPr indent="-342900" lvl="0" marL="342900" rtl="0" algn="l">
              <a:lnSpc>
                <a:spcPct val="90000"/>
              </a:lnSpc>
              <a:spcBef>
                <a:spcPts val="480"/>
              </a:spcBef>
              <a:spcAft>
                <a:spcPts val="0"/>
              </a:spcAft>
              <a:buClr>
                <a:schemeClr val="dk1"/>
              </a:buClr>
              <a:buSzPts val="2400"/>
              <a:buChar char="•"/>
            </a:pPr>
            <a:r>
              <a:rPr lang="en-US" sz="2400"/>
              <a:t>Hypothesis space is the set of all the possible legal hypothesis.</a:t>
            </a:r>
            <a:endParaRPr/>
          </a:p>
          <a:p>
            <a:pPr indent="-342900" lvl="0" marL="342900" rtl="0" algn="l">
              <a:lnSpc>
                <a:spcPct val="90000"/>
              </a:lnSpc>
              <a:spcBef>
                <a:spcPts val="480"/>
              </a:spcBef>
              <a:spcAft>
                <a:spcPts val="0"/>
              </a:spcAft>
              <a:buClr>
                <a:schemeClr val="dk1"/>
              </a:buClr>
              <a:buSzPts val="2400"/>
              <a:buChar char="•"/>
            </a:pPr>
            <a:r>
              <a:rPr lang="en-US" sz="2400"/>
              <a:t>This is the set from which the machine learning algorithm would determine the best possible (only one) which would best describe the target function or the outputs.</a:t>
            </a:r>
            <a:endParaRPr/>
          </a:p>
          <a:p>
            <a:pPr indent="-190500" lvl="0" marL="342900" rtl="0" algn="l">
              <a:lnSpc>
                <a:spcPct val="90000"/>
              </a:lnSpc>
              <a:spcBef>
                <a:spcPts val="480"/>
              </a:spcBef>
              <a:spcAft>
                <a:spcPts val="0"/>
              </a:spcAft>
              <a:buClr>
                <a:schemeClr val="dk1"/>
              </a:buClr>
              <a:buSzPts val="2400"/>
              <a:buFont typeface="Arial"/>
              <a:buNone/>
            </a:pPr>
            <a:r>
              <a:t/>
            </a:r>
            <a:endParaRPr sz="2400"/>
          </a:p>
        </p:txBody>
      </p:sp>
      <p:grpSp>
        <p:nvGrpSpPr>
          <p:cNvPr id="294" name="Google Shape;294;p12"/>
          <p:cNvGrpSpPr/>
          <p:nvPr/>
        </p:nvGrpSpPr>
        <p:grpSpPr>
          <a:xfrm>
            <a:off x="609600" y="533400"/>
            <a:ext cx="303213" cy="303213"/>
            <a:chOff x="703" y="300"/>
            <a:chExt cx="181" cy="181"/>
          </a:xfrm>
        </p:grpSpPr>
        <p:sp>
          <p:nvSpPr>
            <p:cNvPr id="295" name="Google Shape;295;p12"/>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6" name="Google Shape;296;p12"/>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7" name="Google Shape;297;p12"/>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8" name="Google Shape;298;p12"/>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99" name="Google Shape;299;p12"/>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00" name="Google Shape;300;p12"/>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01" name="Google Shape;301;p12"/>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500"/>
                                        <p:tgtEl>
                                          <p:spTgt spid="294"/>
                                        </p:tgtEl>
                                      </p:cBhvr>
                                    </p:animEffect>
                                  </p:childTnLst>
                                </p:cTn>
                              </p:par>
                              <p:par>
                                <p:cTn fill="hold" nodeType="withEffect" presetClass="emph" presetID="8" presetSubtype="0">
                                  <p:stCondLst>
                                    <p:cond delay="500"/>
                                  </p:stCondLst>
                                  <p:childTnLst>
                                    <p:animRot by="-21600000">
                                      <p:cBhvr>
                                        <p:cTn dur="500" fill="hold"/>
                                        <p:tgtEl>
                                          <p:spTgt spid="29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3"/>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Final Hypothesis</a:t>
            </a:r>
            <a:endParaRPr sz="4000">
              <a:solidFill>
                <a:schemeClr val="accent6"/>
              </a:solidFill>
            </a:endParaRPr>
          </a:p>
        </p:txBody>
      </p:sp>
      <p:grpSp>
        <p:nvGrpSpPr>
          <p:cNvPr id="308" name="Google Shape;308;p13"/>
          <p:cNvGrpSpPr/>
          <p:nvPr/>
        </p:nvGrpSpPr>
        <p:grpSpPr>
          <a:xfrm>
            <a:off x="609600" y="533400"/>
            <a:ext cx="303213" cy="303213"/>
            <a:chOff x="703" y="300"/>
            <a:chExt cx="181" cy="181"/>
          </a:xfrm>
        </p:grpSpPr>
        <p:sp>
          <p:nvSpPr>
            <p:cNvPr id="309" name="Google Shape;309;p13"/>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0" name="Google Shape;310;p13"/>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1" name="Google Shape;311;p13"/>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2" name="Google Shape;312;p13"/>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3" name="Google Shape;313;p13"/>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14" name="Google Shape;314;p13"/>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pic>
        <p:nvPicPr>
          <p:cNvPr descr="C:\Users\Administrator\Desktop\new-pic-mine-e1572009324171.png" id="315" name="Google Shape;315;p13"/>
          <p:cNvPicPr preferRelativeResize="0"/>
          <p:nvPr/>
        </p:nvPicPr>
        <p:blipFill rotWithShape="1">
          <a:blip r:embed="rId3">
            <a:alphaModFix/>
          </a:blip>
          <a:srcRect b="0" l="0" r="0" t="0"/>
          <a:stretch/>
        </p:blipFill>
        <p:spPr>
          <a:xfrm>
            <a:off x="457200" y="1371600"/>
            <a:ext cx="8305800" cy="519112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
                                        <p:tgtEl>
                                          <p:spTgt spid="308"/>
                                        </p:tgtEl>
                                      </p:cBhvr>
                                    </p:animEffect>
                                  </p:childTnLst>
                                </p:cTn>
                              </p:par>
                              <p:par>
                                <p:cTn fill="hold" nodeType="withEffect" presetClass="emph" presetID="8" presetSubtype="0">
                                  <p:stCondLst>
                                    <p:cond delay="500"/>
                                  </p:stCondLst>
                                  <p:childTnLst>
                                    <p:animRot by="-21600000">
                                      <p:cBhvr>
                                        <p:cTn dur="500" fill="hold"/>
                                        <p:tgtEl>
                                          <p:spTgt spid="30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4"/>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Null Hypothesis</a:t>
            </a:r>
            <a:endParaRPr sz="4000">
              <a:solidFill>
                <a:schemeClr val="accent6"/>
              </a:solidFill>
            </a:endParaRPr>
          </a:p>
        </p:txBody>
      </p:sp>
      <p:sp>
        <p:nvSpPr>
          <p:cNvPr id="322" name="Google Shape;322;p14"/>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0"/>
              </a:spcBef>
              <a:spcAft>
                <a:spcPts val="0"/>
              </a:spcAft>
              <a:buClr>
                <a:schemeClr val="dk1"/>
              </a:buClr>
              <a:buSzPts val="2400"/>
              <a:buChar char="•"/>
            </a:pPr>
            <a:r>
              <a:rPr lang="en-US" sz="2400"/>
              <a:t>A null hypothesis is a hypothesis that says there is no statistical significance between the two variables in the hypothesis.</a:t>
            </a:r>
            <a:endParaRPr sz="2400"/>
          </a:p>
          <a:p>
            <a:pPr indent="-342900" lvl="0" marL="342900" rtl="0" algn="l">
              <a:lnSpc>
                <a:spcPct val="90000"/>
              </a:lnSpc>
              <a:spcBef>
                <a:spcPts val="480"/>
              </a:spcBef>
              <a:spcAft>
                <a:spcPts val="0"/>
              </a:spcAft>
              <a:buClr>
                <a:schemeClr val="dk1"/>
              </a:buClr>
              <a:buSzPts val="2400"/>
              <a:buChar char="•"/>
            </a:pPr>
            <a:r>
              <a:rPr lang="en-US" sz="2400"/>
              <a:t>It is the hypothesis that the researcher is trying to disprove. </a:t>
            </a:r>
            <a:endParaRPr sz="2400"/>
          </a:p>
          <a:p>
            <a:pPr indent="-355600" lvl="0" marL="342900" rtl="0" algn="l">
              <a:lnSpc>
                <a:spcPct val="100000"/>
              </a:lnSpc>
              <a:spcBef>
                <a:spcPts val="360"/>
              </a:spcBef>
              <a:spcAft>
                <a:spcPts val="0"/>
              </a:spcAft>
              <a:buSzPts val="2400"/>
              <a:buChar char="•"/>
            </a:pPr>
            <a:r>
              <a:rPr lang="en-US" sz="2400"/>
              <a:t>H is used to denote the set of all possible hypotheses that the learner may consider regarding the identity of the target concept.</a:t>
            </a:r>
            <a:endParaRPr sz="2400"/>
          </a:p>
        </p:txBody>
      </p:sp>
      <p:grpSp>
        <p:nvGrpSpPr>
          <p:cNvPr id="323" name="Google Shape;323;p14"/>
          <p:cNvGrpSpPr/>
          <p:nvPr/>
        </p:nvGrpSpPr>
        <p:grpSpPr>
          <a:xfrm>
            <a:off x="609600" y="533400"/>
            <a:ext cx="303213" cy="303213"/>
            <a:chOff x="703" y="300"/>
            <a:chExt cx="181" cy="181"/>
          </a:xfrm>
        </p:grpSpPr>
        <p:sp>
          <p:nvSpPr>
            <p:cNvPr id="324" name="Google Shape;324;p14"/>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5" name="Google Shape;325;p14"/>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6" name="Google Shape;326;p14"/>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7" name="Google Shape;327;p14"/>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8" name="Google Shape;328;p14"/>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29" name="Google Shape;329;p14"/>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30" name="Google Shape;330;p14"/>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
                                        <p:tgtEl>
                                          <p:spTgt spid="323"/>
                                        </p:tgtEl>
                                      </p:cBhvr>
                                    </p:animEffect>
                                  </p:childTnLst>
                                </p:cTn>
                              </p:par>
                              <p:par>
                                <p:cTn fill="hold" nodeType="withEffect" presetClass="emph" presetID="8" presetSubtype="0">
                                  <p:stCondLst>
                                    <p:cond delay="500"/>
                                  </p:stCondLst>
                                  <p:childTnLst>
                                    <p:animRot by="-21600000">
                                      <p:cBhvr>
                                        <p:cTn dur="500" fill="hold"/>
                                        <p:tgtEl>
                                          <p:spTgt spid="32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5"/>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Hypothesis</a:t>
            </a:r>
            <a:endParaRPr sz="4000">
              <a:solidFill>
                <a:schemeClr val="accent6"/>
              </a:solidFill>
            </a:endParaRPr>
          </a:p>
        </p:txBody>
      </p:sp>
      <p:sp>
        <p:nvSpPr>
          <p:cNvPr id="337" name="Google Shape;337;p15"/>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360"/>
              </a:spcBef>
              <a:spcAft>
                <a:spcPts val="0"/>
              </a:spcAft>
              <a:buSzPts val="2200"/>
              <a:buChar char="•"/>
            </a:pPr>
            <a:r>
              <a:rPr lang="en-US" sz="2200"/>
              <a:t>Each of the data objects represents a concept and hypotheses. Considering a hypothesis &lt;true, true, false, false&gt; is more specific because it can cover only one sample. To make a more generalized concept we can add some notations into this hypothesis. To this task we have following notations:</a:t>
            </a:r>
            <a:endParaRPr sz="2200"/>
          </a:p>
          <a:p>
            <a:pPr indent="0" lvl="0" marL="342900" rtl="0" algn="l">
              <a:lnSpc>
                <a:spcPct val="100000"/>
              </a:lnSpc>
              <a:spcBef>
                <a:spcPts val="360"/>
              </a:spcBef>
              <a:spcAft>
                <a:spcPts val="0"/>
              </a:spcAft>
              <a:buSzPts val="1800"/>
              <a:buNone/>
            </a:pPr>
            <a:r>
              <a:rPr lang="en-US" sz="2200"/>
              <a:t>1. ⵁ  (Represents a hypothesis which rejects all.)</a:t>
            </a:r>
            <a:endParaRPr sz="2200"/>
          </a:p>
          <a:p>
            <a:pPr indent="0" lvl="0" marL="342900" rtl="0" algn="l">
              <a:lnSpc>
                <a:spcPct val="100000"/>
              </a:lnSpc>
              <a:spcBef>
                <a:spcPts val="360"/>
              </a:spcBef>
              <a:spcAft>
                <a:spcPts val="0"/>
              </a:spcAft>
              <a:buSzPts val="1800"/>
              <a:buNone/>
            </a:pPr>
            <a:r>
              <a:rPr lang="en-US" sz="2200"/>
              <a:t>2. &lt; ? , ? , ? , ? &gt;  (Accepts all)</a:t>
            </a:r>
            <a:endParaRPr sz="2200"/>
          </a:p>
          <a:p>
            <a:pPr indent="0" lvl="0" marL="342900" rtl="0" algn="l">
              <a:lnSpc>
                <a:spcPct val="100000"/>
              </a:lnSpc>
              <a:spcBef>
                <a:spcPts val="360"/>
              </a:spcBef>
              <a:spcAft>
                <a:spcPts val="0"/>
              </a:spcAft>
              <a:buSzPts val="1800"/>
              <a:buNone/>
            </a:pPr>
            <a:r>
              <a:rPr lang="en-US" sz="2200"/>
              <a:t>3. &lt;true, false, ? , ? &gt;  (Accepts some)</a:t>
            </a:r>
            <a:endParaRPr sz="2200"/>
          </a:p>
          <a:p>
            <a:pPr indent="-342900" lvl="0" marL="342900" rtl="0" algn="l">
              <a:lnSpc>
                <a:spcPct val="100000"/>
              </a:lnSpc>
              <a:spcBef>
                <a:spcPts val="360"/>
              </a:spcBef>
              <a:spcAft>
                <a:spcPts val="0"/>
              </a:spcAft>
              <a:buSzPts val="2200"/>
              <a:buChar char="•"/>
            </a:pPr>
            <a:r>
              <a:rPr lang="en-US" sz="2200"/>
              <a:t>The hypothesis ⵁ will reject all the data samples. The hypothesis &lt;? , ? , ? , ? &gt; will accept all the data samples. The ‘?’ notation indicates that the values of this specific feature do not affect the result.</a:t>
            </a:r>
            <a:endParaRPr sz="2000"/>
          </a:p>
        </p:txBody>
      </p:sp>
      <p:grpSp>
        <p:nvGrpSpPr>
          <p:cNvPr id="338" name="Google Shape;338;p15"/>
          <p:cNvGrpSpPr/>
          <p:nvPr/>
        </p:nvGrpSpPr>
        <p:grpSpPr>
          <a:xfrm>
            <a:off x="609600" y="533400"/>
            <a:ext cx="303213" cy="303213"/>
            <a:chOff x="703" y="300"/>
            <a:chExt cx="181" cy="181"/>
          </a:xfrm>
        </p:grpSpPr>
        <p:sp>
          <p:nvSpPr>
            <p:cNvPr id="339" name="Google Shape;339;p1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0" name="Google Shape;340;p1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1" name="Google Shape;341;p1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2" name="Google Shape;342;p1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3" name="Google Shape;343;p1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44" name="Google Shape;344;p1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45" name="Google Shape;345;p15"/>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par>
                                <p:cTn fill="hold" nodeType="withEffect" presetClass="emph" presetID="8" presetSubtype="0">
                                  <p:stCondLst>
                                    <p:cond delay="500"/>
                                  </p:stCondLst>
                                  <p:childTnLst>
                                    <p:animRot by="-21600000">
                                      <p:cBhvr>
                                        <p:cTn dur="500" fill="hold"/>
                                        <p:tgtEl>
                                          <p:spTgt spid="33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1fa8ae45168_0_80"/>
          <p:cNvSpPr txBox="1"/>
          <p:nvPr>
            <p:ph type="title"/>
          </p:nvPr>
        </p:nvSpPr>
        <p:spPr>
          <a:xfrm>
            <a:off x="990050" y="471650"/>
            <a:ext cx="8023200" cy="597000"/>
          </a:xfrm>
          <a:prstGeom prst="rect">
            <a:avLst/>
          </a:prstGeom>
          <a:noFill/>
          <a:ln>
            <a:noFill/>
          </a:ln>
        </p:spPr>
        <p:txBody>
          <a:bodyPr anchorCtr="0" anchor="ctr" bIns="0" lIns="0" spcFirstLastPara="1" rIns="0" wrap="square" tIns="12100">
            <a:spAutoFit/>
          </a:bodyPr>
          <a:lstStyle/>
          <a:p>
            <a:pPr indent="0" lvl="0" marL="0" rtl="0" algn="l">
              <a:spcBef>
                <a:spcPts val="0"/>
              </a:spcBef>
              <a:spcAft>
                <a:spcPts val="0"/>
              </a:spcAft>
              <a:buSzPts val="1400"/>
              <a:buNone/>
            </a:pPr>
            <a:r>
              <a:rPr lang="en-US" sz="3800">
                <a:solidFill>
                  <a:schemeClr val="accent6"/>
                </a:solidFill>
              </a:rPr>
              <a:t>General-to-Specific Learning</a:t>
            </a:r>
            <a:endParaRPr sz="5400">
              <a:solidFill>
                <a:schemeClr val="accent6"/>
              </a:solidFill>
              <a:latin typeface="Arial"/>
              <a:ea typeface="Arial"/>
              <a:cs typeface="Arial"/>
              <a:sym typeface="Arial"/>
            </a:endParaRPr>
          </a:p>
        </p:txBody>
      </p:sp>
      <p:grpSp>
        <p:nvGrpSpPr>
          <p:cNvPr id="351" name="Google Shape;351;g1fa8ae45168_0_80"/>
          <p:cNvGrpSpPr/>
          <p:nvPr/>
        </p:nvGrpSpPr>
        <p:grpSpPr>
          <a:xfrm>
            <a:off x="1439119" y="2587639"/>
            <a:ext cx="5501762" cy="407904"/>
            <a:chOff x="1435100" y="2578100"/>
            <a:chExt cx="5486400" cy="406400"/>
          </a:xfrm>
        </p:grpSpPr>
        <p:sp>
          <p:nvSpPr>
            <p:cNvPr id="352" name="Google Shape;352;g1fa8ae45168_0_80"/>
            <p:cNvSpPr/>
            <p:nvPr/>
          </p:nvSpPr>
          <p:spPr>
            <a:xfrm>
              <a:off x="1435100" y="2578100"/>
              <a:ext cx="5486400" cy="406400"/>
            </a:xfrm>
            <a:custGeom>
              <a:rect b="b" l="l" r="r" t="t"/>
              <a:pathLst>
                <a:path extrusionOk="0" h="406400" w="5486400">
                  <a:moveTo>
                    <a:pt x="5486400" y="406145"/>
                  </a:moveTo>
                  <a:lnTo>
                    <a:pt x="5486400" y="0"/>
                  </a:lnTo>
                  <a:lnTo>
                    <a:pt x="0" y="0"/>
                  </a:lnTo>
                  <a:lnTo>
                    <a:pt x="0" y="406146"/>
                  </a:lnTo>
                  <a:lnTo>
                    <a:pt x="5486400" y="406145"/>
                  </a:lnTo>
                  <a:close/>
                </a:path>
              </a:pathLst>
            </a:custGeom>
            <a:solidFill>
              <a:srgbClr val="CCFF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3" name="Google Shape;353;g1fa8ae45168_0_80"/>
            <p:cNvSpPr/>
            <p:nvPr/>
          </p:nvSpPr>
          <p:spPr>
            <a:xfrm>
              <a:off x="1435100" y="2578100"/>
              <a:ext cx="5486400" cy="406400"/>
            </a:xfrm>
            <a:custGeom>
              <a:rect b="b" l="l" r="r" t="t"/>
              <a:pathLst>
                <a:path extrusionOk="0" h="406400" w="5486400">
                  <a:moveTo>
                    <a:pt x="0" y="0"/>
                  </a:moveTo>
                  <a:lnTo>
                    <a:pt x="0" y="406146"/>
                  </a:lnTo>
                  <a:lnTo>
                    <a:pt x="5486400" y="406145"/>
                  </a:lnTo>
                  <a:lnTo>
                    <a:pt x="54864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54" name="Google Shape;354;g1fa8ae45168_0_80"/>
          <p:cNvSpPr txBox="1"/>
          <p:nvPr/>
        </p:nvSpPr>
        <p:spPr>
          <a:xfrm>
            <a:off x="1523405" y="1560003"/>
            <a:ext cx="7214700" cy="458700"/>
          </a:xfrm>
          <a:prstGeom prst="rect">
            <a:avLst/>
          </a:prstGeom>
          <a:noFill/>
          <a:ln>
            <a:noFill/>
          </a:ln>
        </p:spPr>
        <p:txBody>
          <a:bodyPr anchorCtr="0" anchor="t" bIns="0" lIns="0" spcFirstLastPara="1" rIns="0" wrap="square" tIns="12100">
            <a:spAutoFit/>
          </a:bodyPr>
          <a:lstStyle/>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355" name="Google Shape;355;g1fa8ae45168_0_80"/>
          <p:cNvSpPr txBox="1"/>
          <p:nvPr/>
        </p:nvSpPr>
        <p:spPr>
          <a:xfrm>
            <a:off x="1286273" y="4040866"/>
            <a:ext cx="5883600" cy="352800"/>
          </a:xfrm>
          <a:prstGeom prst="rect">
            <a:avLst/>
          </a:prstGeom>
          <a:solidFill>
            <a:srgbClr val="EFF7A7"/>
          </a:solidFill>
          <a:ln cap="flat" cmpd="sng" w="9525">
            <a:solidFill>
              <a:srgbClr val="000000"/>
            </a:solidFill>
            <a:prstDash val="solid"/>
            <a:round/>
            <a:headEnd len="sm" w="sm" type="none"/>
            <a:tailEnd len="sm" w="sm" type="none"/>
          </a:ln>
        </p:spPr>
        <p:txBody>
          <a:bodyPr anchorCtr="0" anchor="t" bIns="0" lIns="0" spcFirstLastPara="1" rIns="0" wrap="square" tIns="44575">
            <a:spAutoFit/>
          </a:bodyPr>
          <a:lstStyle/>
          <a:p>
            <a:pPr indent="0" lvl="0" marL="96818" marR="0" rtl="0" algn="l">
              <a:lnSpc>
                <a:spcPct val="100000"/>
              </a:lnSpc>
              <a:spcBef>
                <a:spcPts val="0"/>
              </a:spcBef>
              <a:spcAft>
                <a:spcPts val="0"/>
              </a:spcAft>
              <a:buClr>
                <a:srgbClr val="000000"/>
              </a:buClr>
              <a:buSzPts val="2000"/>
              <a:buFont typeface="Arial"/>
              <a:buNone/>
            </a:pPr>
            <a:r>
              <a:rPr b="0" i="0" lang="en-US" sz="2000" u="none" cap="none" strike="noStrike">
                <a:solidFill>
                  <a:srgbClr val="FF3300"/>
                </a:solidFill>
                <a:latin typeface="Arial"/>
                <a:ea typeface="Arial"/>
                <a:cs typeface="Arial"/>
                <a:sym typeface="Arial"/>
              </a:rPr>
              <a:t>Most Specific Hypothesis: </a:t>
            </a:r>
            <a:r>
              <a:rPr b="0" i="0" lang="en-US" sz="2000" u="none" cap="none" strike="noStrike">
                <a:solidFill>
                  <a:schemeClr val="dk1"/>
                </a:solidFill>
                <a:latin typeface="Arial"/>
                <a:ea typeface="Arial"/>
                <a:cs typeface="Arial"/>
                <a:sym typeface="Arial"/>
              </a:rPr>
              <a:t>h = &lt; </a:t>
            </a:r>
            <a:r>
              <a:rPr b="1" i="0" lang="en-US" sz="1800" u="none" cap="none" strike="noStrike">
                <a:solidFill>
                  <a:schemeClr val="dk1"/>
                </a:solidFill>
                <a:latin typeface="Arial"/>
                <a:ea typeface="Arial"/>
                <a:cs typeface="Arial"/>
                <a:sym typeface="Arial"/>
              </a:rPr>
              <a:t>Ø</a:t>
            </a:r>
            <a:r>
              <a:rPr b="1" i="0" lang="en-US" sz="20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Ø</a:t>
            </a:r>
            <a:r>
              <a:rPr b="1" i="0" lang="en-US" sz="20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Ø</a:t>
            </a:r>
            <a:r>
              <a:rPr b="1" i="0" lang="en-US" sz="20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Ø</a:t>
            </a:r>
            <a:r>
              <a:rPr b="1" i="0" lang="en-US" sz="20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Ø</a:t>
            </a:r>
            <a:r>
              <a:rPr b="1" i="0" lang="en-US" sz="20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Ø</a:t>
            </a:r>
            <a:r>
              <a:rPr b="0" i="0" lang="en-US" sz="2000" u="none" cap="none" strike="noStrike">
                <a:solidFill>
                  <a:schemeClr val="dk1"/>
                </a:solidFill>
                <a:latin typeface="Arial"/>
                <a:ea typeface="Arial"/>
                <a:cs typeface="Arial"/>
                <a:sym typeface="Arial"/>
              </a:rPr>
              <a:t>&gt;</a:t>
            </a:r>
            <a:endParaRPr b="0" i="0" sz="2000" u="none" cap="none" strike="noStrike">
              <a:solidFill>
                <a:schemeClr val="dk1"/>
              </a:solidFill>
              <a:latin typeface="Arial"/>
              <a:ea typeface="Arial"/>
              <a:cs typeface="Arial"/>
              <a:sym typeface="Arial"/>
            </a:endParaRPr>
          </a:p>
        </p:txBody>
      </p:sp>
      <p:sp>
        <p:nvSpPr>
          <p:cNvPr id="356" name="Google Shape;356;g1fa8ae45168_0_80"/>
          <p:cNvSpPr/>
          <p:nvPr/>
        </p:nvSpPr>
        <p:spPr>
          <a:xfrm>
            <a:off x="1524000" y="2590800"/>
            <a:ext cx="5410200" cy="369300"/>
          </a:xfrm>
          <a:prstGeom prst="rect">
            <a:avLst/>
          </a:prstGeom>
          <a:noFill/>
          <a:ln>
            <a:noFill/>
          </a:ln>
        </p:spPr>
        <p:txBody>
          <a:bodyPr anchorCtr="0" anchor="t" bIns="45700" lIns="91425" spcFirstLastPara="1" rIns="91425" wrap="square" tIns="45700">
            <a:noAutofit/>
          </a:bodyPr>
          <a:lstStyle/>
          <a:p>
            <a:pPr indent="0" lvl="0" marL="12739" marR="0" rtl="0" algn="l">
              <a:lnSpc>
                <a:spcPct val="100000"/>
              </a:lnSpc>
              <a:spcBef>
                <a:spcPts val="0"/>
              </a:spcBef>
              <a:spcAft>
                <a:spcPts val="0"/>
              </a:spcAft>
              <a:buClr>
                <a:srgbClr val="000000"/>
              </a:buClr>
              <a:buSzPts val="1800"/>
              <a:buFont typeface="Arial"/>
              <a:buNone/>
            </a:pPr>
            <a:r>
              <a:rPr b="0" i="0" lang="en-US" sz="1800" u="none" cap="none" strike="noStrike">
                <a:solidFill>
                  <a:srgbClr val="33339A"/>
                </a:solidFill>
                <a:latin typeface="Arial"/>
                <a:ea typeface="Arial"/>
                <a:cs typeface="Arial"/>
                <a:sym typeface="Arial"/>
              </a:rPr>
              <a:t>Most General Hypothesis: </a:t>
            </a:r>
            <a:r>
              <a:rPr b="0" i="0" lang="en-US" sz="1800" u="none" cap="none" strike="noStrike">
                <a:solidFill>
                  <a:schemeClr val="dk1"/>
                </a:solidFill>
                <a:latin typeface="Arial"/>
                <a:ea typeface="Arial"/>
                <a:cs typeface="Arial"/>
                <a:sym typeface="Arial"/>
              </a:rPr>
              <a:t>h = &lt;?, ?, ?, ?, ?, ?&gt;</a:t>
            </a:r>
            <a:endParaRPr b="0" i="0" sz="1800" u="none" cap="none" strike="noStrike">
              <a:solidFill>
                <a:schemeClr val="dk1"/>
              </a:solidFill>
              <a:latin typeface="Arial"/>
              <a:ea typeface="Arial"/>
              <a:cs typeface="Arial"/>
              <a:sym typeface="Arial"/>
            </a:endParaRPr>
          </a:p>
        </p:txBody>
      </p:sp>
      <p:grpSp>
        <p:nvGrpSpPr>
          <p:cNvPr id="357" name="Google Shape;357;g1fa8ae45168_0_80"/>
          <p:cNvGrpSpPr/>
          <p:nvPr/>
        </p:nvGrpSpPr>
        <p:grpSpPr>
          <a:xfrm>
            <a:off x="609600" y="533400"/>
            <a:ext cx="303246" cy="303397"/>
            <a:chOff x="703" y="300"/>
            <a:chExt cx="181" cy="181"/>
          </a:xfrm>
        </p:grpSpPr>
        <p:sp>
          <p:nvSpPr>
            <p:cNvPr id="358" name="Google Shape;358;g1fa8ae45168_0_8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59" name="Google Shape;359;g1fa8ae45168_0_8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0" name="Google Shape;360;g1fa8ae45168_0_8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1" name="Google Shape;361;g1fa8ae45168_0_8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2" name="Google Shape;362;g1fa8ae45168_0_8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63" name="Google Shape;363;g1fa8ae45168_0_8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57"/>
                                        </p:tgtEl>
                                        <p:attrNameLst>
                                          <p:attrName>style.visibility</p:attrName>
                                        </p:attrNameLst>
                                      </p:cBhvr>
                                      <p:to>
                                        <p:strVal val="visible"/>
                                      </p:to>
                                    </p:set>
                                    <p:animEffect filter="fade" transition="in">
                                      <p:cBhvr>
                                        <p:cTn dur="500"/>
                                        <p:tgtEl>
                                          <p:spTgt spid="357"/>
                                        </p:tgtEl>
                                      </p:cBhvr>
                                    </p:animEffect>
                                  </p:childTnLst>
                                </p:cTn>
                              </p:par>
                              <p:par>
                                <p:cTn fill="hold" nodeType="withEffect" presetClass="emph" presetID="8" presetSubtype="0">
                                  <p:stCondLst>
                                    <p:cond delay="500"/>
                                  </p:stCondLst>
                                  <p:childTnLst>
                                    <p:animRot by="-21600000">
                                      <p:cBhvr>
                                        <p:cTn dur="500" fill="hold"/>
                                        <p:tgtEl>
                                          <p:spTgt spid="35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g1fa8ae45168_0_20"/>
          <p:cNvSpPr txBox="1"/>
          <p:nvPr>
            <p:ph type="title"/>
          </p:nvPr>
        </p:nvSpPr>
        <p:spPr>
          <a:xfrm>
            <a:off x="912850" y="228600"/>
            <a:ext cx="7651800" cy="1143000"/>
          </a:xfrm>
          <a:prstGeom prst="rect">
            <a:avLst/>
          </a:prstGeom>
          <a:noFill/>
          <a:ln>
            <a:noFill/>
          </a:ln>
        </p:spPr>
        <p:txBody>
          <a:bodyPr anchorCtr="0" anchor="ctr" bIns="45700" lIns="91425" spcFirstLastPara="1" rIns="91425" wrap="square" tIns="45700">
            <a:noAutofit/>
          </a:bodyPr>
          <a:lstStyle/>
          <a:p>
            <a:pPr indent="0" lvl="0" marL="12739" rtl="0" algn="l">
              <a:lnSpc>
                <a:spcPct val="100000"/>
              </a:lnSpc>
              <a:spcBef>
                <a:spcPts val="0"/>
              </a:spcBef>
              <a:spcAft>
                <a:spcPts val="0"/>
              </a:spcAft>
              <a:buClr>
                <a:schemeClr val="dk1"/>
              </a:buClr>
              <a:buSzPts val="1400"/>
              <a:buFont typeface="Arial"/>
              <a:buNone/>
            </a:pPr>
            <a:r>
              <a:rPr lang="en-US" sz="3800">
                <a:solidFill>
                  <a:schemeClr val="accent6"/>
                </a:solidFill>
              </a:rPr>
              <a:t>General-to-Specific Ordering of Hypothesis</a:t>
            </a:r>
            <a:endParaRPr sz="3400">
              <a:solidFill>
                <a:schemeClr val="accent6"/>
              </a:solidFill>
            </a:endParaRPr>
          </a:p>
        </p:txBody>
      </p:sp>
      <p:sp>
        <p:nvSpPr>
          <p:cNvPr id="370" name="Google Shape;370;g1fa8ae45168_0_20"/>
          <p:cNvSpPr txBox="1"/>
          <p:nvPr>
            <p:ph idx="1" type="body"/>
          </p:nvPr>
        </p:nvSpPr>
        <p:spPr>
          <a:xfrm>
            <a:off x="457200" y="1654100"/>
            <a:ext cx="8382000" cy="4137000"/>
          </a:xfrm>
          <a:prstGeom prst="rect">
            <a:avLst/>
          </a:prstGeom>
          <a:noFill/>
          <a:ln>
            <a:noFill/>
          </a:ln>
        </p:spPr>
        <p:txBody>
          <a:bodyPr anchorCtr="0" anchor="t" bIns="45700" lIns="91425" spcFirstLastPara="1" rIns="91425" wrap="square" tIns="45700">
            <a:noAutofit/>
          </a:bodyPr>
          <a:lstStyle/>
          <a:p>
            <a:pPr indent="0" lvl="0" marL="342900" rtl="0" algn="l">
              <a:lnSpc>
                <a:spcPct val="100000"/>
              </a:lnSpc>
              <a:spcBef>
                <a:spcPts val="360"/>
              </a:spcBef>
              <a:spcAft>
                <a:spcPts val="0"/>
              </a:spcAft>
              <a:buSzPts val="1800"/>
              <a:buNone/>
            </a:pPr>
            <a:r>
              <a:t/>
            </a:r>
            <a:endParaRPr sz="2200"/>
          </a:p>
          <a:p>
            <a:pPr indent="-342900" lvl="0" marL="342900" rtl="0" algn="l">
              <a:lnSpc>
                <a:spcPct val="100000"/>
              </a:lnSpc>
              <a:spcBef>
                <a:spcPts val="360"/>
              </a:spcBef>
              <a:spcAft>
                <a:spcPts val="0"/>
              </a:spcAft>
              <a:buSzPts val="2200"/>
              <a:buChar char="•"/>
            </a:pPr>
            <a:r>
              <a:rPr lang="en-US" sz="2200"/>
              <a:t>Many machine learning algorithms rely on the concept general-to-specific ordering of hypothesis.</a:t>
            </a:r>
            <a:endParaRPr sz="2200"/>
          </a:p>
          <a:p>
            <a:pPr indent="-342900" lvl="0" marL="342900" rtl="0" algn="l">
              <a:lnSpc>
                <a:spcPct val="100000"/>
              </a:lnSpc>
              <a:spcBef>
                <a:spcPts val="360"/>
              </a:spcBef>
              <a:spcAft>
                <a:spcPts val="0"/>
              </a:spcAft>
              <a:buSzPts val="2200"/>
              <a:buChar char="•"/>
            </a:pPr>
            <a:r>
              <a:rPr lang="en-US" sz="2200"/>
              <a:t>h1 = &lt; true, true, ?, ? &gt;</a:t>
            </a:r>
            <a:endParaRPr sz="2200"/>
          </a:p>
          <a:p>
            <a:pPr indent="-342900" lvl="0" marL="342900" rtl="0" algn="l">
              <a:lnSpc>
                <a:spcPct val="100000"/>
              </a:lnSpc>
              <a:spcBef>
                <a:spcPts val="360"/>
              </a:spcBef>
              <a:spcAft>
                <a:spcPts val="0"/>
              </a:spcAft>
              <a:buSzPts val="2200"/>
              <a:buChar char="•"/>
            </a:pPr>
            <a:r>
              <a:rPr lang="en-US" sz="2200"/>
              <a:t>h2 = &lt; true, ? , ? , ? &gt;</a:t>
            </a:r>
            <a:endParaRPr sz="2200"/>
          </a:p>
          <a:p>
            <a:pPr indent="-342900" lvl="0" marL="342900" rtl="0" algn="l">
              <a:lnSpc>
                <a:spcPct val="100000"/>
              </a:lnSpc>
              <a:spcBef>
                <a:spcPts val="360"/>
              </a:spcBef>
              <a:spcAft>
                <a:spcPts val="0"/>
              </a:spcAft>
              <a:buSzPts val="2200"/>
              <a:buChar char="•"/>
            </a:pPr>
            <a:r>
              <a:rPr lang="en-US" sz="2200"/>
              <a:t>Any instance classified by h1 will also be classified by h2. So we can say that h2 is more general than h1. Using this concept we can find a general hypothesis that can be defined over entire data set X.</a:t>
            </a:r>
            <a:endParaRPr sz="2200"/>
          </a:p>
          <a:p>
            <a:pPr indent="0" lvl="0" marL="342900" rtl="0" algn="l">
              <a:lnSpc>
                <a:spcPct val="100000"/>
              </a:lnSpc>
              <a:spcBef>
                <a:spcPts val="360"/>
              </a:spcBef>
              <a:spcAft>
                <a:spcPts val="0"/>
              </a:spcAft>
              <a:buSzPts val="1800"/>
              <a:buNone/>
            </a:pPr>
            <a:r>
              <a:t/>
            </a:r>
            <a:endParaRPr sz="2200"/>
          </a:p>
        </p:txBody>
      </p:sp>
      <p:grpSp>
        <p:nvGrpSpPr>
          <p:cNvPr id="371" name="Google Shape;371;g1fa8ae45168_0_20"/>
          <p:cNvGrpSpPr/>
          <p:nvPr/>
        </p:nvGrpSpPr>
        <p:grpSpPr>
          <a:xfrm>
            <a:off x="609600" y="533400"/>
            <a:ext cx="303246" cy="303397"/>
            <a:chOff x="703" y="300"/>
            <a:chExt cx="181" cy="181"/>
          </a:xfrm>
        </p:grpSpPr>
        <p:sp>
          <p:nvSpPr>
            <p:cNvPr id="372" name="Google Shape;372;g1fa8ae45168_0_2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3" name="Google Shape;373;g1fa8ae45168_0_2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4" name="Google Shape;374;g1fa8ae45168_0_2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5" name="Google Shape;375;g1fa8ae45168_0_2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6" name="Google Shape;376;g1fa8ae45168_0_2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7" name="Google Shape;377;g1fa8ae45168_0_2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78" name="Google Shape;378;g1fa8ae45168_0_20"/>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1"/>
                                        </p:tgtEl>
                                        <p:attrNameLst>
                                          <p:attrName>style.visibility</p:attrName>
                                        </p:attrNameLst>
                                      </p:cBhvr>
                                      <p:to>
                                        <p:strVal val="visible"/>
                                      </p:to>
                                    </p:set>
                                    <p:animEffect filter="fade" transition="in">
                                      <p:cBhvr>
                                        <p:cTn dur="500"/>
                                        <p:tgtEl>
                                          <p:spTgt spid="371"/>
                                        </p:tgtEl>
                                      </p:cBhvr>
                                    </p:animEffect>
                                  </p:childTnLst>
                                </p:cTn>
                              </p:par>
                              <p:par>
                                <p:cTn fill="hold" nodeType="withEffect" presetClass="emph" presetID="8" presetSubtype="0">
                                  <p:stCondLst>
                                    <p:cond delay="500"/>
                                  </p:stCondLst>
                                  <p:childTnLst>
                                    <p:animRot by="-21600000">
                                      <p:cBhvr>
                                        <p:cTn dur="500" fill="hold"/>
                                        <p:tgtEl>
                                          <p:spTgt spid="37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1fa8ae45168_0_35"/>
          <p:cNvSpPr txBox="1"/>
          <p:nvPr>
            <p:ph type="title"/>
          </p:nvPr>
        </p:nvSpPr>
        <p:spPr>
          <a:xfrm>
            <a:off x="912850" y="297375"/>
            <a:ext cx="7651800" cy="1074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360"/>
              </a:spcBef>
              <a:spcAft>
                <a:spcPts val="0"/>
              </a:spcAft>
              <a:buSzPts val="1100"/>
              <a:buNone/>
            </a:pPr>
            <a:r>
              <a:t/>
            </a:r>
            <a:endParaRPr sz="3000">
              <a:solidFill>
                <a:schemeClr val="accent6"/>
              </a:solidFill>
            </a:endParaRPr>
          </a:p>
          <a:p>
            <a:pPr indent="0" lvl="0" marL="0" rtl="0" algn="l">
              <a:lnSpc>
                <a:spcPct val="100000"/>
              </a:lnSpc>
              <a:spcBef>
                <a:spcPts val="360"/>
              </a:spcBef>
              <a:spcAft>
                <a:spcPts val="0"/>
              </a:spcAft>
              <a:buClr>
                <a:schemeClr val="dk1"/>
              </a:buClr>
              <a:buSzPts val="1100"/>
              <a:buFont typeface="Arial"/>
              <a:buNone/>
            </a:pPr>
            <a:r>
              <a:rPr lang="en-US" sz="3000">
                <a:solidFill>
                  <a:schemeClr val="accent6"/>
                </a:solidFill>
              </a:rPr>
              <a:t>Find-S Algorithm: Finding Maximally Specific Hypothesis</a:t>
            </a:r>
            <a:endParaRPr sz="3000">
              <a:solidFill>
                <a:schemeClr val="accent6"/>
              </a:solidFill>
            </a:endParaRPr>
          </a:p>
          <a:p>
            <a:pPr indent="0" lvl="0" marL="12739" rtl="0" algn="l">
              <a:lnSpc>
                <a:spcPct val="100000"/>
              </a:lnSpc>
              <a:spcBef>
                <a:spcPts val="0"/>
              </a:spcBef>
              <a:spcAft>
                <a:spcPts val="0"/>
              </a:spcAft>
              <a:buSzPts val="1400"/>
              <a:buNone/>
            </a:pPr>
            <a:r>
              <a:t/>
            </a:r>
            <a:endParaRPr sz="4400">
              <a:solidFill>
                <a:schemeClr val="accent6"/>
              </a:solidFill>
            </a:endParaRPr>
          </a:p>
        </p:txBody>
      </p:sp>
      <p:sp>
        <p:nvSpPr>
          <p:cNvPr id="385" name="Google Shape;385;g1fa8ae45168_0_35"/>
          <p:cNvSpPr txBox="1"/>
          <p:nvPr>
            <p:ph idx="1" type="body"/>
          </p:nvPr>
        </p:nvSpPr>
        <p:spPr>
          <a:xfrm>
            <a:off x="457200" y="1239025"/>
            <a:ext cx="8382000" cy="4912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Clr>
                <a:schemeClr val="dk1"/>
              </a:buClr>
              <a:buSzPts val="1100"/>
              <a:buFont typeface="Arial"/>
              <a:buNone/>
            </a:pPr>
            <a:r>
              <a:rPr lang="en-US" sz="1800"/>
              <a:t> </a:t>
            </a:r>
            <a:r>
              <a:rPr lang="en-US" sz="2000"/>
              <a:t>Start with the most specific hypothesis from H and generalize this hypothesis each time it fails to classify and observed positive training data object as positive.</a:t>
            </a:r>
            <a:endParaRPr sz="2000"/>
          </a:p>
          <a:p>
            <a:pPr indent="0" lvl="0" marL="0" rtl="0" algn="l">
              <a:lnSpc>
                <a:spcPct val="100000"/>
              </a:lnSpc>
              <a:spcBef>
                <a:spcPts val="360"/>
              </a:spcBef>
              <a:spcAft>
                <a:spcPts val="0"/>
              </a:spcAft>
              <a:buClr>
                <a:schemeClr val="dk1"/>
              </a:buClr>
              <a:buSzPts val="1100"/>
              <a:buFont typeface="Arial"/>
              <a:buNone/>
            </a:pPr>
            <a:r>
              <a:rPr lang="en-US" sz="2000">
                <a:solidFill>
                  <a:schemeClr val="dk1"/>
                </a:solidFill>
              </a:rPr>
              <a:t>Step 1.</a:t>
            </a:r>
            <a:r>
              <a:rPr lang="en-US" sz="2000"/>
              <a:t> The first step in Find-S algorithm is to start with most specific hypothesis that can be denoted by h &lt;- &lt;ⵁ, ⵁ, ⵁ, ⵁ&gt;</a:t>
            </a:r>
            <a:endParaRPr sz="2000"/>
          </a:p>
          <a:p>
            <a:pPr indent="0" lvl="0" marL="0" rtl="0" algn="l">
              <a:lnSpc>
                <a:spcPct val="100000"/>
              </a:lnSpc>
              <a:spcBef>
                <a:spcPts val="360"/>
              </a:spcBef>
              <a:spcAft>
                <a:spcPts val="0"/>
              </a:spcAft>
              <a:buClr>
                <a:schemeClr val="dk1"/>
              </a:buClr>
              <a:buSzPts val="1100"/>
              <a:buFont typeface="Arial"/>
              <a:buNone/>
            </a:pPr>
            <a:r>
              <a:rPr lang="en-US" sz="2000">
                <a:solidFill>
                  <a:schemeClr val="dk1"/>
                </a:solidFill>
              </a:rPr>
              <a:t>Step 2.</a:t>
            </a:r>
            <a:r>
              <a:rPr lang="en-US" sz="2000"/>
              <a:t> This step involves picking up next training sample and apply step 3 on the sample.</a:t>
            </a:r>
            <a:endParaRPr sz="2000"/>
          </a:p>
          <a:p>
            <a:pPr indent="0" lvl="0" marL="0" rtl="0" algn="l">
              <a:lnSpc>
                <a:spcPct val="100000"/>
              </a:lnSpc>
              <a:spcBef>
                <a:spcPts val="360"/>
              </a:spcBef>
              <a:spcAft>
                <a:spcPts val="0"/>
              </a:spcAft>
              <a:buClr>
                <a:schemeClr val="dk1"/>
              </a:buClr>
              <a:buSzPts val="1100"/>
              <a:buFont typeface="Arial"/>
              <a:buNone/>
            </a:pPr>
            <a:r>
              <a:rPr lang="en-US" sz="2000">
                <a:solidFill>
                  <a:schemeClr val="dk1"/>
                </a:solidFill>
              </a:rPr>
              <a:t>Step 3</a:t>
            </a:r>
            <a:r>
              <a:rPr lang="en-US" sz="2000"/>
              <a:t>. The next step involves observing the data sample. If the sample is negative the hypothesis remains unchanged and we pick next training sample by processing step 2 again else we process step 4.</a:t>
            </a:r>
            <a:endParaRPr sz="2000"/>
          </a:p>
          <a:p>
            <a:pPr indent="0" lvl="0" marL="0" rtl="0" algn="l">
              <a:lnSpc>
                <a:spcPct val="100000"/>
              </a:lnSpc>
              <a:spcBef>
                <a:spcPts val="360"/>
              </a:spcBef>
              <a:spcAft>
                <a:spcPts val="0"/>
              </a:spcAft>
              <a:buClr>
                <a:schemeClr val="dk1"/>
              </a:buClr>
              <a:buSzPts val="1100"/>
              <a:buFont typeface="Arial"/>
              <a:buNone/>
            </a:pPr>
            <a:r>
              <a:rPr lang="en-US" sz="2000">
                <a:solidFill>
                  <a:schemeClr val="dk1"/>
                </a:solidFill>
              </a:rPr>
              <a:t>Step 4.</a:t>
            </a:r>
            <a:r>
              <a:rPr lang="en-US" sz="2000"/>
              <a:t> If the sample is positive and we find that our initial hypothesis is too specific because it does not cover the current training sample then we need to update our current hypothesis. This can be done by the pairwise conjunction (Logical AND operation) of current hypothesis and training sample.</a:t>
            </a:r>
            <a:endParaRPr sz="2000"/>
          </a:p>
          <a:p>
            <a:pPr indent="0" lvl="0" marL="0" rtl="0" algn="l">
              <a:lnSpc>
                <a:spcPct val="100000"/>
              </a:lnSpc>
              <a:spcBef>
                <a:spcPts val="360"/>
              </a:spcBef>
              <a:spcAft>
                <a:spcPts val="0"/>
              </a:spcAft>
              <a:buSzPts val="1800"/>
              <a:buNone/>
            </a:pPr>
            <a:r>
              <a:t/>
            </a:r>
            <a:endParaRPr sz="1800"/>
          </a:p>
        </p:txBody>
      </p:sp>
      <p:grpSp>
        <p:nvGrpSpPr>
          <p:cNvPr id="386" name="Google Shape;386;g1fa8ae45168_0_35"/>
          <p:cNvGrpSpPr/>
          <p:nvPr/>
        </p:nvGrpSpPr>
        <p:grpSpPr>
          <a:xfrm>
            <a:off x="609600" y="533400"/>
            <a:ext cx="303246" cy="303397"/>
            <a:chOff x="703" y="300"/>
            <a:chExt cx="181" cy="181"/>
          </a:xfrm>
        </p:grpSpPr>
        <p:sp>
          <p:nvSpPr>
            <p:cNvPr id="387" name="Google Shape;387;g1fa8ae45168_0_3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8" name="Google Shape;388;g1fa8ae45168_0_3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9" name="Google Shape;389;g1fa8ae45168_0_3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0" name="Google Shape;390;g1fa8ae45168_0_3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1" name="Google Shape;391;g1fa8ae45168_0_3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92" name="Google Shape;392;g1fa8ae45168_0_3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393" name="Google Shape;393;g1fa8ae45168_0_35"/>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500"/>
                                        <p:tgtEl>
                                          <p:spTgt spid="386"/>
                                        </p:tgtEl>
                                      </p:cBhvr>
                                    </p:animEffect>
                                  </p:childTnLst>
                                </p:cTn>
                              </p:par>
                              <p:par>
                                <p:cTn fill="hold" nodeType="withEffect" presetClass="emph" presetID="8" presetSubtype="0">
                                  <p:stCondLst>
                                    <p:cond delay="500"/>
                                  </p:stCondLst>
                                  <p:childTnLst>
                                    <p:animRot by="-21600000">
                                      <p:cBhvr>
                                        <p:cTn dur="500" fill="hold"/>
                                        <p:tgtEl>
                                          <p:spTgt spid="38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g1fa8ae45168_0_50"/>
          <p:cNvSpPr txBox="1"/>
          <p:nvPr>
            <p:ph type="title"/>
          </p:nvPr>
        </p:nvSpPr>
        <p:spPr>
          <a:xfrm>
            <a:off x="912850" y="297375"/>
            <a:ext cx="7651800" cy="1074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360"/>
              </a:spcBef>
              <a:spcAft>
                <a:spcPts val="0"/>
              </a:spcAft>
              <a:buSzPts val="1100"/>
              <a:buNone/>
            </a:pPr>
            <a:r>
              <a:t/>
            </a:r>
            <a:endParaRPr sz="3000">
              <a:solidFill>
                <a:schemeClr val="accent6"/>
              </a:solidFill>
            </a:endParaRPr>
          </a:p>
          <a:p>
            <a:pPr indent="0" lvl="0" marL="0" rtl="0" algn="l">
              <a:lnSpc>
                <a:spcPct val="100000"/>
              </a:lnSpc>
              <a:spcBef>
                <a:spcPts val="360"/>
              </a:spcBef>
              <a:spcAft>
                <a:spcPts val="0"/>
              </a:spcAft>
              <a:buSzPts val="1100"/>
              <a:buNone/>
            </a:pPr>
            <a:r>
              <a:rPr lang="en-US" sz="3000">
                <a:solidFill>
                  <a:schemeClr val="accent6"/>
                </a:solidFill>
              </a:rPr>
              <a:t>Find-S Algorithm: Finding Maximally Specific Hypothesis</a:t>
            </a:r>
            <a:endParaRPr sz="3000">
              <a:solidFill>
                <a:schemeClr val="accent6"/>
              </a:solidFill>
            </a:endParaRPr>
          </a:p>
          <a:p>
            <a:pPr indent="0" lvl="0" marL="12739" rtl="0" algn="l">
              <a:lnSpc>
                <a:spcPct val="100000"/>
              </a:lnSpc>
              <a:spcBef>
                <a:spcPts val="0"/>
              </a:spcBef>
              <a:spcAft>
                <a:spcPts val="0"/>
              </a:spcAft>
              <a:buSzPts val="1400"/>
              <a:buNone/>
            </a:pPr>
            <a:r>
              <a:t/>
            </a:r>
            <a:endParaRPr sz="4400">
              <a:solidFill>
                <a:schemeClr val="accent6"/>
              </a:solidFill>
            </a:endParaRPr>
          </a:p>
        </p:txBody>
      </p:sp>
      <p:sp>
        <p:nvSpPr>
          <p:cNvPr id="400" name="Google Shape;400;g1fa8ae45168_0_50"/>
          <p:cNvSpPr txBox="1"/>
          <p:nvPr>
            <p:ph idx="1" type="body"/>
          </p:nvPr>
        </p:nvSpPr>
        <p:spPr>
          <a:xfrm>
            <a:off x="457200" y="1371675"/>
            <a:ext cx="8382000" cy="477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lang="en-US" sz="2200"/>
              <a:t> If next training sample is &lt;true, true, false, false&gt; and current hypothesis is &lt;ⵁ, ⵁ, ⵁ, ⵁ&gt;, then we can directly replace our existing hypothesis with the new one.</a:t>
            </a:r>
            <a:endParaRPr sz="2200"/>
          </a:p>
          <a:p>
            <a:pPr indent="0" lvl="0" marL="0" rtl="0" algn="l">
              <a:lnSpc>
                <a:spcPct val="100000"/>
              </a:lnSpc>
              <a:spcBef>
                <a:spcPts val="360"/>
              </a:spcBef>
              <a:spcAft>
                <a:spcPts val="0"/>
              </a:spcAft>
              <a:buSzPts val="1800"/>
              <a:buNone/>
            </a:pPr>
            <a:r>
              <a:rPr lang="en-US" sz="2200"/>
              <a:t>If the next positive training sample is&lt;true, true, false, true&gt; and current hypothesis is &lt;true, true, false, false&gt; then we can perform a pairwise conjunctive AND with the current hypothesis and next training sample and find new hypothesis by putting ‘?’ in the place where the result of conjunction is false:</a:t>
            </a:r>
            <a:endParaRPr sz="2200"/>
          </a:p>
          <a:p>
            <a:pPr indent="0" lvl="0" marL="0" rtl="0" algn="l">
              <a:lnSpc>
                <a:spcPct val="100000"/>
              </a:lnSpc>
              <a:spcBef>
                <a:spcPts val="360"/>
              </a:spcBef>
              <a:spcAft>
                <a:spcPts val="0"/>
              </a:spcAft>
              <a:buSzPts val="1800"/>
              <a:buNone/>
            </a:pPr>
            <a:r>
              <a:rPr lang="en-US" sz="2200"/>
              <a:t>&lt;true, true, false, true&gt; ⴷ &lt;true, true, false, false&gt; = &lt;true, true, false, ?&gt;</a:t>
            </a:r>
            <a:endParaRPr sz="2200"/>
          </a:p>
          <a:p>
            <a:pPr indent="0" lvl="0" marL="0" rtl="0" algn="l">
              <a:lnSpc>
                <a:spcPct val="100000"/>
              </a:lnSpc>
              <a:spcBef>
                <a:spcPts val="360"/>
              </a:spcBef>
              <a:spcAft>
                <a:spcPts val="0"/>
              </a:spcAft>
              <a:buSzPts val="1800"/>
              <a:buNone/>
            </a:pPr>
            <a:r>
              <a:rPr lang="en-US" sz="2200"/>
              <a:t>Now we can replace our existing hypothesis with the new one:</a:t>
            </a:r>
            <a:endParaRPr sz="2200"/>
          </a:p>
          <a:p>
            <a:pPr indent="0" lvl="0" marL="0" rtl="0" algn="l">
              <a:lnSpc>
                <a:spcPct val="100000"/>
              </a:lnSpc>
              <a:spcBef>
                <a:spcPts val="360"/>
              </a:spcBef>
              <a:spcAft>
                <a:spcPts val="0"/>
              </a:spcAft>
              <a:buSzPts val="1800"/>
              <a:buNone/>
            </a:pPr>
            <a:r>
              <a:rPr lang="en-US" sz="2200"/>
              <a:t>h &lt;-&lt;true, true, false, ?&gt;</a:t>
            </a:r>
            <a:endParaRPr sz="2200"/>
          </a:p>
          <a:p>
            <a:pPr indent="0" lvl="0" marL="0" rtl="0" algn="l">
              <a:lnSpc>
                <a:spcPct val="100000"/>
              </a:lnSpc>
              <a:spcBef>
                <a:spcPts val="360"/>
              </a:spcBef>
              <a:spcAft>
                <a:spcPts val="0"/>
              </a:spcAft>
              <a:buSzPts val="1800"/>
              <a:buNone/>
            </a:pPr>
            <a:r>
              <a:t/>
            </a:r>
            <a:endParaRPr sz="2200"/>
          </a:p>
        </p:txBody>
      </p:sp>
      <p:grpSp>
        <p:nvGrpSpPr>
          <p:cNvPr id="401" name="Google Shape;401;g1fa8ae45168_0_50"/>
          <p:cNvGrpSpPr/>
          <p:nvPr/>
        </p:nvGrpSpPr>
        <p:grpSpPr>
          <a:xfrm>
            <a:off x="609600" y="533400"/>
            <a:ext cx="303246" cy="303397"/>
            <a:chOff x="703" y="300"/>
            <a:chExt cx="181" cy="181"/>
          </a:xfrm>
        </p:grpSpPr>
        <p:sp>
          <p:nvSpPr>
            <p:cNvPr id="402" name="Google Shape;402;g1fa8ae45168_0_5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3" name="Google Shape;403;g1fa8ae45168_0_5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4" name="Google Shape;404;g1fa8ae45168_0_5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5" name="Google Shape;405;g1fa8ae45168_0_5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6" name="Google Shape;406;g1fa8ae45168_0_5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7" name="Google Shape;407;g1fa8ae45168_0_5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08" name="Google Shape;408;g1fa8ae45168_0_50"/>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500"/>
                                        <p:tgtEl>
                                          <p:spTgt spid="401"/>
                                        </p:tgtEl>
                                      </p:cBhvr>
                                    </p:animEffect>
                                  </p:childTnLst>
                                </p:cTn>
                              </p:par>
                              <p:par>
                                <p:cTn fill="hold" nodeType="withEffect" presetClass="emph" presetID="8" presetSubtype="0">
                                  <p:stCondLst>
                                    <p:cond delay="500"/>
                                  </p:stCondLst>
                                  <p:childTnLst>
                                    <p:animRot by="-21600000">
                                      <p:cBhvr>
                                        <p:cTn dur="500" fill="hold"/>
                                        <p:tgtEl>
                                          <p:spTgt spid="40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g1fa8ae45168_0_65"/>
          <p:cNvSpPr txBox="1"/>
          <p:nvPr>
            <p:ph type="title"/>
          </p:nvPr>
        </p:nvSpPr>
        <p:spPr>
          <a:xfrm>
            <a:off x="912850" y="297375"/>
            <a:ext cx="7651800" cy="1074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360"/>
              </a:spcBef>
              <a:spcAft>
                <a:spcPts val="0"/>
              </a:spcAft>
              <a:buSzPts val="1100"/>
              <a:buNone/>
            </a:pPr>
            <a:r>
              <a:t/>
            </a:r>
            <a:endParaRPr sz="3000">
              <a:solidFill>
                <a:schemeClr val="accent6"/>
              </a:solidFill>
            </a:endParaRPr>
          </a:p>
          <a:p>
            <a:pPr indent="0" lvl="0" marL="0" rtl="0" algn="l">
              <a:lnSpc>
                <a:spcPct val="100000"/>
              </a:lnSpc>
              <a:spcBef>
                <a:spcPts val="360"/>
              </a:spcBef>
              <a:spcAft>
                <a:spcPts val="0"/>
              </a:spcAft>
              <a:buSzPts val="1100"/>
              <a:buNone/>
            </a:pPr>
            <a:r>
              <a:rPr lang="en-US" sz="3000">
                <a:solidFill>
                  <a:schemeClr val="accent6"/>
                </a:solidFill>
              </a:rPr>
              <a:t>Find-S Algorithm: Finding Maximally Specific Hypothesis</a:t>
            </a:r>
            <a:endParaRPr sz="3000">
              <a:solidFill>
                <a:schemeClr val="accent6"/>
              </a:solidFill>
            </a:endParaRPr>
          </a:p>
          <a:p>
            <a:pPr indent="0" lvl="0" marL="12739" rtl="0" algn="l">
              <a:lnSpc>
                <a:spcPct val="100000"/>
              </a:lnSpc>
              <a:spcBef>
                <a:spcPts val="0"/>
              </a:spcBef>
              <a:spcAft>
                <a:spcPts val="0"/>
              </a:spcAft>
              <a:buSzPts val="1400"/>
              <a:buNone/>
            </a:pPr>
            <a:r>
              <a:t/>
            </a:r>
            <a:endParaRPr sz="4400">
              <a:solidFill>
                <a:schemeClr val="accent6"/>
              </a:solidFill>
            </a:endParaRPr>
          </a:p>
        </p:txBody>
      </p:sp>
      <p:sp>
        <p:nvSpPr>
          <p:cNvPr id="415" name="Google Shape;415;g1fa8ae45168_0_65"/>
          <p:cNvSpPr txBox="1"/>
          <p:nvPr>
            <p:ph idx="1" type="body"/>
          </p:nvPr>
        </p:nvSpPr>
        <p:spPr>
          <a:xfrm>
            <a:off x="457200" y="1371675"/>
            <a:ext cx="8382000" cy="477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360"/>
              </a:spcBef>
              <a:spcAft>
                <a:spcPts val="0"/>
              </a:spcAft>
              <a:buSzPts val="1800"/>
              <a:buNone/>
            </a:pPr>
            <a:r>
              <a:rPr lang="en-US" sz="2200"/>
              <a:t>Step 5. This step involves repetition of step 2 till we have more training samples.</a:t>
            </a:r>
            <a:endParaRPr sz="2200"/>
          </a:p>
          <a:p>
            <a:pPr indent="0" lvl="0" marL="0" rtl="0" algn="l">
              <a:lnSpc>
                <a:spcPct val="100000"/>
              </a:lnSpc>
              <a:spcBef>
                <a:spcPts val="360"/>
              </a:spcBef>
              <a:spcAft>
                <a:spcPts val="0"/>
              </a:spcAft>
              <a:buSzPts val="1800"/>
              <a:buNone/>
            </a:pPr>
            <a:r>
              <a:rPr lang="en-US" sz="2200"/>
              <a:t>Step 6. Once there are no training samples the current hypothesis is the one we were trying to find. We can use the final hypothesis for classifying the real objects.</a:t>
            </a:r>
            <a:endParaRPr sz="2200"/>
          </a:p>
          <a:p>
            <a:pPr indent="0" lvl="0" marL="0" rtl="0" algn="l">
              <a:lnSpc>
                <a:spcPct val="100000"/>
              </a:lnSpc>
              <a:spcBef>
                <a:spcPts val="360"/>
              </a:spcBef>
              <a:spcAft>
                <a:spcPts val="0"/>
              </a:spcAft>
              <a:buSzPts val="1800"/>
              <a:buNone/>
            </a:pPr>
            <a:r>
              <a:rPr lang="en-US" sz="2200"/>
              <a:t> </a:t>
            </a:r>
            <a:endParaRPr sz="2200"/>
          </a:p>
        </p:txBody>
      </p:sp>
      <p:grpSp>
        <p:nvGrpSpPr>
          <p:cNvPr id="416" name="Google Shape;416;g1fa8ae45168_0_65"/>
          <p:cNvGrpSpPr/>
          <p:nvPr/>
        </p:nvGrpSpPr>
        <p:grpSpPr>
          <a:xfrm>
            <a:off x="609600" y="533400"/>
            <a:ext cx="303246" cy="303397"/>
            <a:chOff x="703" y="300"/>
            <a:chExt cx="181" cy="181"/>
          </a:xfrm>
        </p:grpSpPr>
        <p:sp>
          <p:nvSpPr>
            <p:cNvPr id="417" name="Google Shape;417;g1fa8ae45168_0_6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8" name="Google Shape;418;g1fa8ae45168_0_6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19" name="Google Shape;419;g1fa8ae45168_0_6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0" name="Google Shape;420;g1fa8ae45168_0_6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1" name="Google Shape;421;g1fa8ae45168_0_6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22" name="Google Shape;422;g1fa8ae45168_0_6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23" name="Google Shape;423;g1fa8ae45168_0_65"/>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6"/>
                                        </p:tgtEl>
                                        <p:attrNameLst>
                                          <p:attrName>style.visibility</p:attrName>
                                        </p:attrNameLst>
                                      </p:cBhvr>
                                      <p:to>
                                        <p:strVal val="visible"/>
                                      </p:to>
                                    </p:set>
                                    <p:animEffect filter="fade" transition="in">
                                      <p:cBhvr>
                                        <p:cTn dur="500"/>
                                        <p:tgtEl>
                                          <p:spTgt spid="416"/>
                                        </p:tgtEl>
                                      </p:cBhvr>
                                    </p:animEffect>
                                  </p:childTnLst>
                                </p:cTn>
                              </p:par>
                              <p:par>
                                <p:cTn fill="hold" nodeType="withEffect" presetClass="emph" presetID="8" presetSubtype="0">
                                  <p:stCondLst>
                                    <p:cond delay="500"/>
                                  </p:stCondLst>
                                  <p:childTnLst>
                                    <p:animRot by="-21600000">
                                      <p:cBhvr>
                                        <p:cTn dur="500" fill="hold"/>
                                        <p:tgtEl>
                                          <p:spTgt spid="41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18"/>
          <p:cNvSpPr txBox="1"/>
          <p:nvPr>
            <p:ph type="title"/>
          </p:nvPr>
        </p:nvSpPr>
        <p:spPr>
          <a:xfrm>
            <a:off x="990050" y="471650"/>
            <a:ext cx="7849200" cy="566400"/>
          </a:xfrm>
          <a:prstGeom prst="rect">
            <a:avLst/>
          </a:prstGeom>
          <a:noFill/>
          <a:ln>
            <a:noFill/>
          </a:ln>
        </p:spPr>
        <p:txBody>
          <a:bodyPr anchorCtr="0" anchor="ctr" bIns="0" lIns="0" spcFirstLastPara="1" rIns="0" wrap="square" tIns="12100">
            <a:spAutoFit/>
          </a:bodyPr>
          <a:lstStyle/>
          <a:p>
            <a:pPr indent="0" lvl="0" marL="0" rtl="0" algn="l">
              <a:spcBef>
                <a:spcPts val="0"/>
              </a:spcBef>
              <a:spcAft>
                <a:spcPts val="0"/>
              </a:spcAft>
              <a:buSzPts val="1400"/>
              <a:buNone/>
            </a:pPr>
            <a:r>
              <a:rPr lang="en-US" sz="3600">
                <a:solidFill>
                  <a:schemeClr val="accent6"/>
                </a:solidFill>
              </a:rPr>
              <a:t>General-to-Specific Learning</a:t>
            </a:r>
            <a:endParaRPr sz="3600">
              <a:solidFill>
                <a:schemeClr val="accent6"/>
              </a:solidFill>
            </a:endParaRPr>
          </a:p>
        </p:txBody>
      </p:sp>
      <p:sp>
        <p:nvSpPr>
          <p:cNvPr id="429" name="Google Shape;429;p18"/>
          <p:cNvSpPr/>
          <p:nvPr/>
        </p:nvSpPr>
        <p:spPr>
          <a:xfrm>
            <a:off x="3014719" y="4335412"/>
            <a:ext cx="3314763" cy="92238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0" name="Google Shape;430;p18"/>
          <p:cNvSpPr txBox="1"/>
          <p:nvPr/>
        </p:nvSpPr>
        <p:spPr>
          <a:xfrm>
            <a:off x="1583644" y="5408500"/>
            <a:ext cx="5960156" cy="1144700"/>
          </a:xfrm>
          <a:prstGeom prst="rect">
            <a:avLst/>
          </a:prstGeom>
          <a:solidFill>
            <a:srgbClr val="CCFFCC"/>
          </a:solidFill>
          <a:ln cap="flat" cmpd="sng" w="9525">
            <a:solidFill>
              <a:srgbClr val="000000"/>
            </a:solidFill>
            <a:prstDash val="solid"/>
            <a:round/>
            <a:headEnd len="sm" w="sm" type="none"/>
            <a:tailEnd len="sm" w="sm" type="none"/>
          </a:ln>
        </p:spPr>
        <p:txBody>
          <a:bodyPr anchorCtr="0" anchor="t" bIns="0" lIns="0" spcFirstLastPara="1" rIns="0" wrap="square" tIns="44575">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h</a:t>
            </a:r>
            <a:r>
              <a:rPr b="1" baseline="-25000" i="0" lang="en-US" sz="2000" u="none" cap="none" strike="noStrike">
                <a:solidFill>
                  <a:schemeClr val="dk1"/>
                </a:solidFill>
                <a:latin typeface="Arial"/>
                <a:ea typeface="Arial"/>
                <a:cs typeface="Arial"/>
                <a:sym typeface="Arial"/>
              </a:rPr>
              <a:t>2</a:t>
            </a:r>
            <a:r>
              <a:rPr b="1" i="0" lang="en-US" sz="2000" u="none" cap="none" strike="noStrike">
                <a:solidFill>
                  <a:schemeClr val="dk1"/>
                </a:solidFill>
                <a:latin typeface="Arial"/>
                <a:ea typeface="Arial"/>
                <a:cs typeface="Arial"/>
                <a:sym typeface="Arial"/>
              </a:rPr>
              <a:t> is more general than h</a:t>
            </a:r>
            <a:r>
              <a:rPr b="1" baseline="-25000" i="0" lang="en-US" sz="2000" u="none" cap="none" strike="noStrike">
                <a:solidFill>
                  <a:schemeClr val="dk1"/>
                </a:solidFill>
                <a:latin typeface="Arial"/>
                <a:ea typeface="Arial"/>
                <a:cs typeface="Arial"/>
                <a:sym typeface="Arial"/>
              </a:rPr>
              <a:t>1</a:t>
            </a:r>
            <a:endParaRPr b="0" baseline="-2500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a:p>
            <a:pPr indent="0" lvl="0" marL="0" marR="0" rtl="0" algn="ctr">
              <a:lnSpc>
                <a:spcPct val="100000"/>
              </a:lnSpc>
              <a:spcBef>
                <a:spcPts val="1339"/>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h</a:t>
            </a:r>
            <a:r>
              <a:rPr b="1" baseline="-25000" i="0" lang="en-US" sz="1600" u="none" cap="none" strike="noStrike">
                <a:solidFill>
                  <a:schemeClr val="dk1"/>
                </a:solidFill>
                <a:latin typeface="Arial"/>
                <a:ea typeface="Arial"/>
                <a:cs typeface="Arial"/>
                <a:sym typeface="Arial"/>
              </a:rPr>
              <a:t>2</a:t>
            </a:r>
            <a:r>
              <a:rPr b="1" i="0" lang="en-US" sz="1600" u="none" cap="none" strike="noStrike">
                <a:solidFill>
                  <a:schemeClr val="dk1"/>
                </a:solidFill>
                <a:latin typeface="Arial"/>
                <a:ea typeface="Arial"/>
                <a:cs typeface="Arial"/>
                <a:sym typeface="Arial"/>
              </a:rPr>
              <a:t> </a:t>
            </a:r>
            <a:r>
              <a:rPr b="0" i="0" lang="en-US" sz="1600" u="none" cap="none" strike="noStrike">
                <a:solidFill>
                  <a:schemeClr val="dk1"/>
                </a:solidFill>
                <a:latin typeface="Arial"/>
                <a:ea typeface="Arial"/>
                <a:cs typeface="Arial"/>
                <a:sym typeface="Arial"/>
              </a:rPr>
              <a:t>imposes fewer constraints on the instance than </a:t>
            </a:r>
            <a:r>
              <a:rPr b="1" i="0" lang="en-US" sz="1600" u="none" cap="none" strike="noStrike">
                <a:solidFill>
                  <a:schemeClr val="dk1"/>
                </a:solidFill>
                <a:latin typeface="Arial"/>
                <a:ea typeface="Arial"/>
                <a:cs typeface="Arial"/>
                <a:sym typeface="Arial"/>
              </a:rPr>
              <a:t>h</a:t>
            </a:r>
            <a:r>
              <a:rPr b="1" baseline="-25000" i="0" lang="en-US" sz="1600" u="none" cap="none" strike="noStrike">
                <a:solidFill>
                  <a:schemeClr val="dk1"/>
                </a:solidFill>
                <a:latin typeface="Arial"/>
                <a:ea typeface="Arial"/>
                <a:cs typeface="Arial"/>
                <a:sym typeface="Arial"/>
              </a:rPr>
              <a:t>1</a:t>
            </a:r>
            <a:endParaRPr b="0" baseline="-25000" i="0" sz="1600" u="none" cap="none" strike="noStrike">
              <a:solidFill>
                <a:schemeClr val="dk1"/>
              </a:solidFill>
              <a:latin typeface="Arial"/>
              <a:ea typeface="Arial"/>
              <a:cs typeface="Arial"/>
              <a:sym typeface="Arial"/>
            </a:endParaRPr>
          </a:p>
        </p:txBody>
      </p:sp>
      <p:grpSp>
        <p:nvGrpSpPr>
          <p:cNvPr id="431" name="Google Shape;431;p18"/>
          <p:cNvGrpSpPr/>
          <p:nvPr/>
        </p:nvGrpSpPr>
        <p:grpSpPr>
          <a:xfrm>
            <a:off x="609600" y="533400"/>
            <a:ext cx="303213" cy="303213"/>
            <a:chOff x="703" y="300"/>
            <a:chExt cx="181" cy="181"/>
          </a:xfrm>
        </p:grpSpPr>
        <p:sp>
          <p:nvSpPr>
            <p:cNvPr id="432" name="Google Shape;432;p18"/>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3" name="Google Shape;433;p18"/>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4" name="Google Shape;434;p18"/>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5" name="Google Shape;435;p18"/>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6" name="Google Shape;436;p18"/>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37" name="Google Shape;437;p18"/>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pic>
        <p:nvPicPr>
          <p:cNvPr descr="C:\Users\Administrator\Desktop\Capture.PNG" id="438" name="Google Shape;438;p18"/>
          <p:cNvPicPr preferRelativeResize="0"/>
          <p:nvPr/>
        </p:nvPicPr>
        <p:blipFill rotWithShape="1">
          <a:blip r:embed="rId4">
            <a:alphaModFix/>
          </a:blip>
          <a:srcRect b="0" l="0" r="0" t="0"/>
          <a:stretch/>
        </p:blipFill>
        <p:spPr>
          <a:xfrm>
            <a:off x="1371600" y="1524000"/>
            <a:ext cx="6297613" cy="269557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1"/>
                                        </p:tgtEl>
                                        <p:attrNameLst>
                                          <p:attrName>style.visibility</p:attrName>
                                        </p:attrNameLst>
                                      </p:cBhvr>
                                      <p:to>
                                        <p:strVal val="visible"/>
                                      </p:to>
                                    </p:set>
                                    <p:animEffect filter="fade" transition="in">
                                      <p:cBhvr>
                                        <p:cTn dur="500"/>
                                        <p:tgtEl>
                                          <p:spTgt spid="431"/>
                                        </p:tgtEl>
                                      </p:cBhvr>
                                    </p:animEffect>
                                  </p:childTnLst>
                                </p:cTn>
                              </p:par>
                              <p:par>
                                <p:cTn fill="hold" nodeType="withEffect" presetClass="emph" presetID="8" presetSubtype="0">
                                  <p:stCondLst>
                                    <p:cond delay="500"/>
                                  </p:stCondLst>
                                  <p:childTnLst>
                                    <p:animRot by="-21600000">
                                      <p:cBhvr>
                                        <p:cTn dur="500" fill="hold"/>
                                        <p:tgtEl>
                                          <p:spTgt spid="43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20"/>
          <p:cNvSpPr txBox="1"/>
          <p:nvPr>
            <p:ph type="title"/>
          </p:nvPr>
        </p:nvSpPr>
        <p:spPr>
          <a:xfrm>
            <a:off x="1371600" y="471650"/>
            <a:ext cx="7184400" cy="535500"/>
          </a:xfrm>
          <a:prstGeom prst="rect">
            <a:avLst/>
          </a:prstGeom>
          <a:noFill/>
          <a:ln>
            <a:noFill/>
          </a:ln>
        </p:spPr>
        <p:txBody>
          <a:bodyPr anchorCtr="0" anchor="ctr" bIns="0" lIns="0" spcFirstLastPara="1" rIns="0" wrap="square" tIns="12100">
            <a:spAutoFit/>
          </a:bodyPr>
          <a:lstStyle/>
          <a:p>
            <a:pPr indent="0" lvl="0" marL="0" rtl="0" algn="l">
              <a:spcBef>
                <a:spcPts val="0"/>
              </a:spcBef>
              <a:spcAft>
                <a:spcPts val="0"/>
              </a:spcAft>
              <a:buSzPts val="1400"/>
              <a:buNone/>
            </a:pPr>
            <a:r>
              <a:rPr lang="en-US" sz="3400">
                <a:solidFill>
                  <a:schemeClr val="accent6"/>
                </a:solidFill>
              </a:rPr>
              <a:t>Step 1: FIND-S</a:t>
            </a:r>
            <a:endParaRPr sz="3400">
              <a:solidFill>
                <a:schemeClr val="accent6"/>
              </a:solidFill>
            </a:endParaRPr>
          </a:p>
        </p:txBody>
      </p:sp>
      <p:sp>
        <p:nvSpPr>
          <p:cNvPr id="444" name="Google Shape;444;p20"/>
          <p:cNvSpPr/>
          <p:nvPr/>
        </p:nvSpPr>
        <p:spPr>
          <a:xfrm>
            <a:off x="1755386" y="4850428"/>
            <a:ext cx="5414630" cy="33117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5" name="Google Shape;445;p20"/>
          <p:cNvSpPr txBox="1"/>
          <p:nvPr/>
        </p:nvSpPr>
        <p:spPr>
          <a:xfrm>
            <a:off x="2814518" y="5362200"/>
            <a:ext cx="3285727" cy="352800"/>
          </a:xfrm>
          <a:prstGeom prst="rect">
            <a:avLst/>
          </a:prstGeom>
          <a:solidFill>
            <a:srgbClr val="CCFFCC"/>
          </a:solidFill>
          <a:ln cap="flat" cmpd="sng" w="9525">
            <a:solidFill>
              <a:srgbClr val="000000"/>
            </a:solidFill>
            <a:prstDash val="solid"/>
            <a:round/>
            <a:headEnd len="sm" w="sm" type="none"/>
            <a:tailEnd len="sm" w="sm" type="none"/>
          </a:ln>
        </p:spPr>
        <p:txBody>
          <a:bodyPr anchorCtr="0" anchor="t" bIns="0" lIns="0" spcFirstLastPara="1" rIns="0" wrap="square" tIns="44575">
            <a:spAutoFit/>
          </a:bodyPr>
          <a:lstStyle/>
          <a:p>
            <a:pPr indent="0" lvl="0" marL="96819"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h0 = </a:t>
            </a:r>
            <a:r>
              <a:rPr b="1" i="0" lang="en-US" sz="2000" u="none" cap="none" strike="noStrike">
                <a:solidFill>
                  <a:schemeClr val="dk1"/>
                </a:solidFill>
                <a:latin typeface="Arial"/>
                <a:ea typeface="Arial"/>
                <a:cs typeface="Arial"/>
                <a:sym typeface="Arial"/>
              </a:rPr>
              <a:t>&lt;</a:t>
            </a:r>
            <a:r>
              <a:rPr b="1" i="0" lang="en-US" sz="1800" u="none" cap="none" strike="noStrike">
                <a:solidFill>
                  <a:schemeClr val="dk1"/>
                </a:solidFill>
                <a:latin typeface="Arial"/>
                <a:ea typeface="Arial"/>
                <a:cs typeface="Arial"/>
                <a:sym typeface="Arial"/>
              </a:rPr>
              <a:t>Ø, Ø, Ø, Ø, Ø, Ø&gt;</a:t>
            </a:r>
            <a:endParaRPr b="0" i="0" sz="1800" u="none" cap="none" strike="noStrike">
              <a:solidFill>
                <a:schemeClr val="dk1"/>
              </a:solidFill>
              <a:latin typeface="Arial"/>
              <a:ea typeface="Arial"/>
              <a:cs typeface="Arial"/>
              <a:sym typeface="Arial"/>
            </a:endParaRPr>
          </a:p>
        </p:txBody>
      </p:sp>
      <p:grpSp>
        <p:nvGrpSpPr>
          <p:cNvPr id="446" name="Google Shape;446;p20"/>
          <p:cNvGrpSpPr/>
          <p:nvPr/>
        </p:nvGrpSpPr>
        <p:grpSpPr>
          <a:xfrm flipH="1">
            <a:off x="851525" y="619725"/>
            <a:ext cx="352800" cy="352800"/>
            <a:chOff x="703" y="300"/>
            <a:chExt cx="181" cy="181"/>
          </a:xfrm>
        </p:grpSpPr>
        <p:sp>
          <p:nvSpPr>
            <p:cNvPr id="447" name="Google Shape;447;p20"/>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53175" lIns="106375" spcFirstLastPara="1" rIns="106375" wrap="square" tIns="53175">
              <a:noAutofit/>
            </a:bodyPr>
            <a:lstStyle/>
            <a:p>
              <a:pPr indent="0" lvl="0" marL="0" marR="0" rtl="0" algn="l">
                <a:lnSpc>
                  <a:spcPct val="100000"/>
                </a:lnSpc>
                <a:spcBef>
                  <a:spcPts val="0"/>
                </a:spcBef>
                <a:spcAft>
                  <a:spcPts val="0"/>
                </a:spcAft>
                <a:buClr>
                  <a:srgbClr val="000000"/>
                </a:buClr>
                <a:buSzPts val="2094"/>
                <a:buFont typeface="Arial"/>
                <a:buNone/>
              </a:pPr>
              <a:r>
                <a:t/>
              </a:r>
              <a:endParaRPr b="0" i="0" sz="2094" u="none" cap="none" strike="noStrike">
                <a:solidFill>
                  <a:schemeClr val="dk1"/>
                </a:solidFill>
                <a:latin typeface="Arial"/>
                <a:ea typeface="Arial"/>
                <a:cs typeface="Arial"/>
                <a:sym typeface="Arial"/>
              </a:endParaRPr>
            </a:p>
          </p:txBody>
        </p:sp>
        <p:sp>
          <p:nvSpPr>
            <p:cNvPr id="448" name="Google Shape;448;p20"/>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53175" lIns="106375" spcFirstLastPara="1" rIns="106375" wrap="square" tIns="53175">
              <a:noAutofit/>
            </a:bodyPr>
            <a:lstStyle/>
            <a:p>
              <a:pPr indent="0" lvl="0" marL="0" marR="0" rtl="0" algn="l">
                <a:lnSpc>
                  <a:spcPct val="100000"/>
                </a:lnSpc>
                <a:spcBef>
                  <a:spcPts val="0"/>
                </a:spcBef>
                <a:spcAft>
                  <a:spcPts val="0"/>
                </a:spcAft>
                <a:buClr>
                  <a:srgbClr val="000000"/>
                </a:buClr>
                <a:buSzPts val="2094"/>
                <a:buFont typeface="Arial"/>
                <a:buNone/>
              </a:pPr>
              <a:r>
                <a:t/>
              </a:r>
              <a:endParaRPr b="0" i="0" sz="2094" u="none" cap="none" strike="noStrike">
                <a:solidFill>
                  <a:schemeClr val="dk1"/>
                </a:solidFill>
                <a:latin typeface="Arial"/>
                <a:ea typeface="Arial"/>
                <a:cs typeface="Arial"/>
                <a:sym typeface="Arial"/>
              </a:endParaRPr>
            </a:p>
          </p:txBody>
        </p:sp>
        <p:sp>
          <p:nvSpPr>
            <p:cNvPr id="449" name="Google Shape;449;p20"/>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53175" lIns="106375" spcFirstLastPara="1" rIns="106375" wrap="square" tIns="53175">
              <a:noAutofit/>
            </a:bodyPr>
            <a:lstStyle/>
            <a:p>
              <a:pPr indent="0" lvl="0" marL="0" marR="0" rtl="0" algn="l">
                <a:lnSpc>
                  <a:spcPct val="100000"/>
                </a:lnSpc>
                <a:spcBef>
                  <a:spcPts val="0"/>
                </a:spcBef>
                <a:spcAft>
                  <a:spcPts val="0"/>
                </a:spcAft>
                <a:buClr>
                  <a:srgbClr val="000000"/>
                </a:buClr>
                <a:buSzPts val="2094"/>
                <a:buFont typeface="Arial"/>
                <a:buNone/>
              </a:pPr>
              <a:r>
                <a:t/>
              </a:r>
              <a:endParaRPr b="0" i="0" sz="2094" u="none" cap="none" strike="noStrike">
                <a:solidFill>
                  <a:schemeClr val="dk1"/>
                </a:solidFill>
                <a:latin typeface="Arial"/>
                <a:ea typeface="Arial"/>
                <a:cs typeface="Arial"/>
                <a:sym typeface="Arial"/>
              </a:endParaRPr>
            </a:p>
          </p:txBody>
        </p:sp>
        <p:sp>
          <p:nvSpPr>
            <p:cNvPr id="450" name="Google Shape;450;p20"/>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53175" lIns="106375" spcFirstLastPara="1" rIns="106375" wrap="square" tIns="53175">
              <a:noAutofit/>
            </a:bodyPr>
            <a:lstStyle/>
            <a:p>
              <a:pPr indent="0" lvl="0" marL="0" marR="0" rtl="0" algn="l">
                <a:lnSpc>
                  <a:spcPct val="100000"/>
                </a:lnSpc>
                <a:spcBef>
                  <a:spcPts val="0"/>
                </a:spcBef>
                <a:spcAft>
                  <a:spcPts val="0"/>
                </a:spcAft>
                <a:buClr>
                  <a:srgbClr val="000000"/>
                </a:buClr>
                <a:buSzPts val="2094"/>
                <a:buFont typeface="Arial"/>
                <a:buNone/>
              </a:pPr>
              <a:r>
                <a:t/>
              </a:r>
              <a:endParaRPr b="0" i="0" sz="2094" u="none" cap="none" strike="noStrike">
                <a:solidFill>
                  <a:schemeClr val="dk1"/>
                </a:solidFill>
                <a:latin typeface="Arial"/>
                <a:ea typeface="Arial"/>
                <a:cs typeface="Arial"/>
                <a:sym typeface="Arial"/>
              </a:endParaRPr>
            </a:p>
          </p:txBody>
        </p:sp>
        <p:sp>
          <p:nvSpPr>
            <p:cNvPr id="451" name="Google Shape;451;p20"/>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53175" lIns="106375" spcFirstLastPara="1" rIns="106375" wrap="square" tIns="53175">
              <a:noAutofit/>
            </a:bodyPr>
            <a:lstStyle/>
            <a:p>
              <a:pPr indent="0" lvl="0" marL="0" marR="0" rtl="0" algn="l">
                <a:lnSpc>
                  <a:spcPct val="100000"/>
                </a:lnSpc>
                <a:spcBef>
                  <a:spcPts val="0"/>
                </a:spcBef>
                <a:spcAft>
                  <a:spcPts val="0"/>
                </a:spcAft>
                <a:buClr>
                  <a:srgbClr val="000000"/>
                </a:buClr>
                <a:buSzPts val="2094"/>
                <a:buFont typeface="Arial"/>
                <a:buNone/>
              </a:pPr>
              <a:r>
                <a:t/>
              </a:r>
              <a:endParaRPr b="0" i="0" sz="2094" u="none" cap="none" strike="noStrike">
                <a:solidFill>
                  <a:schemeClr val="dk1"/>
                </a:solidFill>
                <a:latin typeface="Arial"/>
                <a:ea typeface="Arial"/>
                <a:cs typeface="Arial"/>
                <a:sym typeface="Arial"/>
              </a:endParaRPr>
            </a:p>
          </p:txBody>
        </p:sp>
        <p:sp>
          <p:nvSpPr>
            <p:cNvPr id="452" name="Google Shape;452;p20"/>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53175" lIns="106375" spcFirstLastPara="1" rIns="106375" wrap="square" tIns="53175">
              <a:noAutofit/>
            </a:bodyPr>
            <a:lstStyle/>
            <a:p>
              <a:pPr indent="0" lvl="0" marL="0" marR="0" rtl="0" algn="l">
                <a:lnSpc>
                  <a:spcPct val="100000"/>
                </a:lnSpc>
                <a:spcBef>
                  <a:spcPts val="0"/>
                </a:spcBef>
                <a:spcAft>
                  <a:spcPts val="0"/>
                </a:spcAft>
                <a:buClr>
                  <a:srgbClr val="000000"/>
                </a:buClr>
                <a:buSzPts val="2094"/>
                <a:buFont typeface="Arial"/>
                <a:buNone/>
              </a:pPr>
              <a:r>
                <a:t/>
              </a:r>
              <a:endParaRPr b="0" i="0" sz="2094" u="none" cap="none" strike="noStrike">
                <a:solidFill>
                  <a:schemeClr val="dk1"/>
                </a:solidFill>
                <a:latin typeface="Arial"/>
                <a:ea typeface="Arial"/>
                <a:cs typeface="Arial"/>
                <a:sym typeface="Arial"/>
              </a:endParaRPr>
            </a:p>
          </p:txBody>
        </p:sp>
      </p:grpSp>
      <p:pic>
        <p:nvPicPr>
          <p:cNvPr descr="C:\Users\Administrator\Desktop\Capture.PNG" id="453" name="Google Shape;453;p20"/>
          <p:cNvPicPr preferRelativeResize="0"/>
          <p:nvPr/>
        </p:nvPicPr>
        <p:blipFill rotWithShape="1">
          <a:blip r:embed="rId4">
            <a:alphaModFix/>
          </a:blip>
          <a:srcRect b="0" l="0" r="0" t="0"/>
          <a:stretch/>
        </p:blipFill>
        <p:spPr>
          <a:xfrm>
            <a:off x="1371600" y="1800225"/>
            <a:ext cx="6297613" cy="269557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500"/>
                                        <p:tgtEl>
                                          <p:spTgt spid="446"/>
                                        </p:tgtEl>
                                      </p:cBhvr>
                                    </p:animEffect>
                                  </p:childTnLst>
                                </p:cTn>
                              </p:par>
                              <p:par>
                                <p:cTn fill="hold" nodeType="withEffect" presetClass="emph" presetID="8" presetSubtype="0">
                                  <p:stCondLst>
                                    <p:cond delay="500"/>
                                  </p:stCondLst>
                                  <p:childTnLst>
                                    <p:animRot by="-21600000">
                                      <p:cBhvr>
                                        <p:cTn dur="500" fill="hold"/>
                                        <p:tgtEl>
                                          <p:spTgt spid="446"/>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1"/>
          <p:cNvSpPr txBox="1"/>
          <p:nvPr>
            <p:ph type="title"/>
          </p:nvPr>
        </p:nvSpPr>
        <p:spPr>
          <a:xfrm>
            <a:off x="1066800" y="471647"/>
            <a:ext cx="7620000" cy="535500"/>
          </a:xfrm>
          <a:prstGeom prst="rect">
            <a:avLst/>
          </a:prstGeom>
          <a:noFill/>
          <a:ln>
            <a:noFill/>
          </a:ln>
        </p:spPr>
        <p:txBody>
          <a:bodyPr anchorCtr="0" anchor="ctr" bIns="0" lIns="0" spcFirstLastPara="1" rIns="0" wrap="square" tIns="12100">
            <a:spAutoFit/>
          </a:bodyPr>
          <a:lstStyle/>
          <a:p>
            <a:pPr indent="0" lvl="0" marL="0" rtl="0" algn="l">
              <a:spcBef>
                <a:spcPts val="0"/>
              </a:spcBef>
              <a:spcAft>
                <a:spcPts val="0"/>
              </a:spcAft>
              <a:buSzPts val="1400"/>
              <a:buNone/>
            </a:pPr>
            <a:r>
              <a:rPr lang="en-US" sz="3400">
                <a:solidFill>
                  <a:schemeClr val="accent6"/>
                </a:solidFill>
              </a:rPr>
              <a:t>Step 2: FIND-S (Iteration-01)</a:t>
            </a:r>
            <a:endParaRPr sz="5000">
              <a:solidFill>
                <a:schemeClr val="accent6"/>
              </a:solidFill>
              <a:latin typeface="Arial"/>
              <a:ea typeface="Arial"/>
              <a:cs typeface="Arial"/>
              <a:sym typeface="Arial"/>
            </a:endParaRPr>
          </a:p>
        </p:txBody>
      </p:sp>
      <p:grpSp>
        <p:nvGrpSpPr>
          <p:cNvPr id="459" name="Google Shape;459;p21"/>
          <p:cNvGrpSpPr/>
          <p:nvPr/>
        </p:nvGrpSpPr>
        <p:grpSpPr>
          <a:xfrm>
            <a:off x="3207661" y="4085864"/>
            <a:ext cx="3438601" cy="407904"/>
            <a:chOff x="2882900" y="3644900"/>
            <a:chExt cx="3429000" cy="406400"/>
          </a:xfrm>
        </p:grpSpPr>
        <p:sp>
          <p:nvSpPr>
            <p:cNvPr id="460" name="Google Shape;460;p21"/>
            <p:cNvSpPr/>
            <p:nvPr/>
          </p:nvSpPr>
          <p:spPr>
            <a:xfrm>
              <a:off x="2882900" y="3644900"/>
              <a:ext cx="3429000" cy="406400"/>
            </a:xfrm>
            <a:custGeom>
              <a:rect b="b" l="l" r="r" t="t"/>
              <a:pathLst>
                <a:path extrusionOk="0" h="406400" w="3429000">
                  <a:moveTo>
                    <a:pt x="3429000" y="406146"/>
                  </a:moveTo>
                  <a:lnTo>
                    <a:pt x="3429000" y="0"/>
                  </a:lnTo>
                  <a:lnTo>
                    <a:pt x="0" y="0"/>
                  </a:lnTo>
                  <a:lnTo>
                    <a:pt x="0" y="406146"/>
                  </a:lnTo>
                  <a:lnTo>
                    <a:pt x="3429000" y="406146"/>
                  </a:lnTo>
                  <a:close/>
                </a:path>
              </a:pathLst>
            </a:custGeom>
            <a:solidFill>
              <a:srgbClr val="CCFF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1" name="Google Shape;461;p21"/>
            <p:cNvSpPr/>
            <p:nvPr/>
          </p:nvSpPr>
          <p:spPr>
            <a:xfrm>
              <a:off x="2882900" y="3644900"/>
              <a:ext cx="3429000" cy="406400"/>
            </a:xfrm>
            <a:custGeom>
              <a:rect b="b" l="l" r="r" t="t"/>
              <a:pathLst>
                <a:path extrusionOk="0" h="406400" w="3429000">
                  <a:moveTo>
                    <a:pt x="0" y="0"/>
                  </a:moveTo>
                  <a:lnTo>
                    <a:pt x="0" y="406146"/>
                  </a:lnTo>
                  <a:lnTo>
                    <a:pt x="3429000" y="406146"/>
                  </a:lnTo>
                  <a:lnTo>
                    <a:pt x="34290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62" name="Google Shape;462;p21"/>
          <p:cNvSpPr txBox="1"/>
          <p:nvPr/>
        </p:nvSpPr>
        <p:spPr>
          <a:xfrm>
            <a:off x="3634253" y="4118302"/>
            <a:ext cx="2586600" cy="320100"/>
          </a:xfrm>
          <a:prstGeom prst="rect">
            <a:avLst/>
          </a:prstGeom>
          <a:noFill/>
          <a:ln>
            <a:noFill/>
          </a:ln>
        </p:spPr>
        <p:txBody>
          <a:bodyPr anchorCtr="0" anchor="t" bIns="0" lIns="0" spcFirstLastPara="1" rIns="0" wrap="square" tIns="12100">
            <a:spAutoFit/>
          </a:bodyPr>
          <a:lstStyle/>
          <a:p>
            <a:pPr indent="0" lvl="0" marL="12739"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h0 = </a:t>
            </a:r>
            <a:r>
              <a:rPr b="1" i="0" lang="en-US" sz="2000" u="none" cap="none" strike="noStrike">
                <a:solidFill>
                  <a:schemeClr val="dk1"/>
                </a:solidFill>
                <a:latin typeface="Arial"/>
                <a:ea typeface="Arial"/>
                <a:cs typeface="Arial"/>
                <a:sym typeface="Arial"/>
              </a:rPr>
              <a:t>&lt;</a:t>
            </a:r>
            <a:r>
              <a:rPr b="1" i="0" lang="en-US" sz="1800" u="none" cap="none" strike="noStrike">
                <a:solidFill>
                  <a:schemeClr val="dk1"/>
                </a:solidFill>
                <a:latin typeface="Arial"/>
                <a:ea typeface="Arial"/>
                <a:cs typeface="Arial"/>
                <a:sym typeface="Arial"/>
              </a:rPr>
              <a:t>Ø, Ø, Ø, Ø, Ø, Ø&gt;</a:t>
            </a:r>
            <a:endParaRPr b="0" i="0" sz="1800" u="none" cap="none" strike="noStrike">
              <a:solidFill>
                <a:schemeClr val="dk1"/>
              </a:solidFill>
              <a:latin typeface="Arial"/>
              <a:ea typeface="Arial"/>
              <a:cs typeface="Arial"/>
              <a:sym typeface="Arial"/>
            </a:endParaRPr>
          </a:p>
        </p:txBody>
      </p:sp>
      <p:grpSp>
        <p:nvGrpSpPr>
          <p:cNvPr id="463" name="Google Shape;463;p21"/>
          <p:cNvGrpSpPr/>
          <p:nvPr/>
        </p:nvGrpSpPr>
        <p:grpSpPr>
          <a:xfrm>
            <a:off x="2290699" y="5233093"/>
            <a:ext cx="5960242" cy="377948"/>
            <a:chOff x="1968500" y="4787900"/>
            <a:chExt cx="5943600" cy="376555"/>
          </a:xfrm>
        </p:grpSpPr>
        <p:sp>
          <p:nvSpPr>
            <p:cNvPr id="464" name="Google Shape;464;p21"/>
            <p:cNvSpPr/>
            <p:nvPr/>
          </p:nvSpPr>
          <p:spPr>
            <a:xfrm>
              <a:off x="1968500" y="4787900"/>
              <a:ext cx="5943600" cy="376555"/>
            </a:xfrm>
            <a:custGeom>
              <a:rect b="b" l="l" r="r" t="t"/>
              <a:pathLst>
                <a:path extrusionOk="0" h="376554" w="5943600">
                  <a:moveTo>
                    <a:pt x="5943600" y="376427"/>
                  </a:moveTo>
                  <a:lnTo>
                    <a:pt x="5943600" y="0"/>
                  </a:lnTo>
                  <a:lnTo>
                    <a:pt x="0" y="0"/>
                  </a:lnTo>
                  <a:lnTo>
                    <a:pt x="0" y="376428"/>
                  </a:lnTo>
                  <a:lnTo>
                    <a:pt x="5943600" y="376427"/>
                  </a:lnTo>
                  <a:close/>
                </a:path>
              </a:pathLst>
            </a:custGeom>
            <a:solidFill>
              <a:srgbClr val="FFFF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5" name="Google Shape;465;p21"/>
            <p:cNvSpPr/>
            <p:nvPr/>
          </p:nvSpPr>
          <p:spPr>
            <a:xfrm>
              <a:off x="1968500" y="4787900"/>
              <a:ext cx="5943600" cy="376555"/>
            </a:xfrm>
            <a:custGeom>
              <a:rect b="b" l="l" r="r" t="t"/>
              <a:pathLst>
                <a:path extrusionOk="0" h="376554" w="5943600">
                  <a:moveTo>
                    <a:pt x="0" y="0"/>
                  </a:moveTo>
                  <a:lnTo>
                    <a:pt x="0" y="376428"/>
                  </a:lnTo>
                  <a:lnTo>
                    <a:pt x="5943600" y="376427"/>
                  </a:lnTo>
                  <a:lnTo>
                    <a:pt x="594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66" name="Google Shape;466;p21"/>
          <p:cNvSpPr txBox="1"/>
          <p:nvPr/>
        </p:nvSpPr>
        <p:spPr>
          <a:xfrm>
            <a:off x="2374979" y="5264786"/>
            <a:ext cx="5560800" cy="289800"/>
          </a:xfrm>
          <a:prstGeom prst="rect">
            <a:avLst/>
          </a:prstGeom>
          <a:noFill/>
          <a:ln>
            <a:noFill/>
          </a:ln>
        </p:spPr>
        <p:txBody>
          <a:bodyPr anchorCtr="0" anchor="t" bIns="0" lIns="0" spcFirstLastPara="1" rIns="0" wrap="square" tIns="12725">
            <a:spAutoFit/>
          </a:bodyPr>
          <a:lstStyle/>
          <a:p>
            <a:pPr indent="0" lvl="0" marL="1273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x1 = &lt;Sunny, Warm, Normal, Strong, Warm, Same&gt;</a:t>
            </a:r>
            <a:endParaRPr b="0" i="0" sz="1800" u="none" cap="none" strike="noStrike">
              <a:solidFill>
                <a:schemeClr val="dk1"/>
              </a:solidFill>
              <a:latin typeface="Arial"/>
              <a:ea typeface="Arial"/>
              <a:cs typeface="Arial"/>
              <a:sym typeface="Arial"/>
            </a:endParaRPr>
          </a:p>
        </p:txBody>
      </p:sp>
      <p:sp>
        <p:nvSpPr>
          <p:cNvPr id="467" name="Google Shape;467;p21"/>
          <p:cNvSpPr/>
          <p:nvPr/>
        </p:nvSpPr>
        <p:spPr>
          <a:xfrm>
            <a:off x="3284031" y="4391858"/>
            <a:ext cx="4125087" cy="916686"/>
          </a:xfrm>
          <a:custGeom>
            <a:rect b="b" l="l" r="r" t="t"/>
            <a:pathLst>
              <a:path extrusionOk="0" h="914400" w="4114800">
                <a:moveTo>
                  <a:pt x="1066800" y="0"/>
                </a:moveTo>
                <a:lnTo>
                  <a:pt x="984504" y="20574"/>
                </a:lnTo>
                <a:lnTo>
                  <a:pt x="1005979" y="45707"/>
                </a:lnTo>
                <a:lnTo>
                  <a:pt x="54457" y="861301"/>
                </a:lnTo>
                <a:lnTo>
                  <a:pt x="32766" y="835914"/>
                </a:lnTo>
                <a:lnTo>
                  <a:pt x="0" y="914400"/>
                </a:lnTo>
                <a:lnTo>
                  <a:pt x="43434" y="903541"/>
                </a:lnTo>
                <a:lnTo>
                  <a:pt x="82296" y="893826"/>
                </a:lnTo>
                <a:lnTo>
                  <a:pt x="60807" y="868705"/>
                </a:lnTo>
                <a:lnTo>
                  <a:pt x="1012329" y="53111"/>
                </a:lnTo>
                <a:lnTo>
                  <a:pt x="1023366" y="66014"/>
                </a:lnTo>
                <a:lnTo>
                  <a:pt x="1034034" y="78486"/>
                </a:lnTo>
                <a:lnTo>
                  <a:pt x="1066800" y="0"/>
                </a:lnTo>
                <a:close/>
              </a:path>
              <a:path extrusionOk="0" h="914400" w="4114800">
                <a:moveTo>
                  <a:pt x="1371600" y="0"/>
                </a:moveTo>
                <a:lnTo>
                  <a:pt x="1299972" y="46482"/>
                </a:lnTo>
                <a:lnTo>
                  <a:pt x="1329309" y="63690"/>
                </a:lnTo>
                <a:lnTo>
                  <a:pt x="872820" y="846226"/>
                </a:lnTo>
                <a:lnTo>
                  <a:pt x="843534" y="829056"/>
                </a:lnTo>
                <a:lnTo>
                  <a:pt x="838200" y="914400"/>
                </a:lnTo>
                <a:lnTo>
                  <a:pt x="865632" y="896607"/>
                </a:lnTo>
                <a:lnTo>
                  <a:pt x="909828" y="867918"/>
                </a:lnTo>
                <a:lnTo>
                  <a:pt x="880478" y="850722"/>
                </a:lnTo>
                <a:lnTo>
                  <a:pt x="1336967" y="68186"/>
                </a:lnTo>
                <a:lnTo>
                  <a:pt x="1344168" y="72390"/>
                </a:lnTo>
                <a:lnTo>
                  <a:pt x="1366266" y="85344"/>
                </a:lnTo>
                <a:lnTo>
                  <a:pt x="1371600" y="0"/>
                </a:lnTo>
                <a:close/>
              </a:path>
              <a:path extrusionOk="0" h="914400" w="4114800">
                <a:moveTo>
                  <a:pt x="1677162" y="761834"/>
                </a:moveTo>
                <a:lnTo>
                  <a:pt x="1645158" y="758952"/>
                </a:lnTo>
                <a:lnTo>
                  <a:pt x="1676400" y="838200"/>
                </a:lnTo>
                <a:lnTo>
                  <a:pt x="1677162" y="836980"/>
                </a:lnTo>
                <a:lnTo>
                  <a:pt x="1677162" y="774192"/>
                </a:lnTo>
                <a:lnTo>
                  <a:pt x="1677162" y="761834"/>
                </a:lnTo>
                <a:close/>
              </a:path>
              <a:path extrusionOk="0" h="914400" w="4114800">
                <a:moveTo>
                  <a:pt x="1783842" y="79248"/>
                </a:moveTo>
                <a:lnTo>
                  <a:pt x="1752600" y="0"/>
                </a:lnTo>
                <a:lnTo>
                  <a:pt x="1707642" y="72390"/>
                </a:lnTo>
                <a:lnTo>
                  <a:pt x="1740750" y="75374"/>
                </a:lnTo>
                <a:lnTo>
                  <a:pt x="1678266" y="761936"/>
                </a:lnTo>
                <a:lnTo>
                  <a:pt x="1678266" y="776960"/>
                </a:lnTo>
                <a:lnTo>
                  <a:pt x="1678266" y="835177"/>
                </a:lnTo>
                <a:lnTo>
                  <a:pt x="1721358" y="765810"/>
                </a:lnTo>
                <a:lnTo>
                  <a:pt x="1688236" y="762838"/>
                </a:lnTo>
                <a:lnTo>
                  <a:pt x="1750720" y="76276"/>
                </a:lnTo>
                <a:lnTo>
                  <a:pt x="1751838" y="76377"/>
                </a:lnTo>
                <a:lnTo>
                  <a:pt x="1783842" y="79248"/>
                </a:lnTo>
                <a:close/>
              </a:path>
              <a:path extrusionOk="0" h="914400" w="4114800">
                <a:moveTo>
                  <a:pt x="2441448" y="752856"/>
                </a:moveTo>
                <a:lnTo>
                  <a:pt x="2410930" y="766940"/>
                </a:lnTo>
                <a:lnTo>
                  <a:pt x="2093226" y="67411"/>
                </a:lnTo>
                <a:lnTo>
                  <a:pt x="2123694" y="53340"/>
                </a:lnTo>
                <a:lnTo>
                  <a:pt x="2057400" y="0"/>
                </a:lnTo>
                <a:lnTo>
                  <a:pt x="2054352" y="85344"/>
                </a:lnTo>
                <a:lnTo>
                  <a:pt x="2079498" y="73748"/>
                </a:lnTo>
                <a:lnTo>
                  <a:pt x="2084857" y="71272"/>
                </a:lnTo>
                <a:lnTo>
                  <a:pt x="2402560" y="770801"/>
                </a:lnTo>
                <a:lnTo>
                  <a:pt x="2372106" y="784860"/>
                </a:lnTo>
                <a:lnTo>
                  <a:pt x="2416302" y="820420"/>
                </a:lnTo>
                <a:lnTo>
                  <a:pt x="2438400" y="838200"/>
                </a:lnTo>
                <a:lnTo>
                  <a:pt x="2441448" y="752856"/>
                </a:lnTo>
                <a:close/>
              </a:path>
              <a:path extrusionOk="0" h="914400" w="4114800">
                <a:moveTo>
                  <a:pt x="3200400" y="838200"/>
                </a:moveTo>
                <a:lnTo>
                  <a:pt x="3173730" y="757428"/>
                </a:lnTo>
                <a:lnTo>
                  <a:pt x="3149727" y="781431"/>
                </a:lnTo>
                <a:lnTo>
                  <a:pt x="2419337" y="50304"/>
                </a:lnTo>
                <a:lnTo>
                  <a:pt x="2442972" y="26670"/>
                </a:lnTo>
                <a:lnTo>
                  <a:pt x="2362200" y="0"/>
                </a:lnTo>
                <a:lnTo>
                  <a:pt x="2388870" y="80772"/>
                </a:lnTo>
                <a:lnTo>
                  <a:pt x="2402586" y="67068"/>
                </a:lnTo>
                <a:lnTo>
                  <a:pt x="2412492" y="57150"/>
                </a:lnTo>
                <a:lnTo>
                  <a:pt x="3143618" y="787539"/>
                </a:lnTo>
                <a:lnTo>
                  <a:pt x="3119628" y="811530"/>
                </a:lnTo>
                <a:lnTo>
                  <a:pt x="3160014" y="824865"/>
                </a:lnTo>
                <a:lnTo>
                  <a:pt x="3200400" y="838200"/>
                </a:lnTo>
                <a:close/>
              </a:path>
              <a:path extrusionOk="0" h="914400" w="4114800">
                <a:moveTo>
                  <a:pt x="4114800" y="838200"/>
                </a:moveTo>
                <a:lnTo>
                  <a:pt x="4069842" y="765810"/>
                </a:lnTo>
                <a:lnTo>
                  <a:pt x="4052506" y="794473"/>
                </a:lnTo>
                <a:lnTo>
                  <a:pt x="2810408" y="35585"/>
                </a:lnTo>
                <a:lnTo>
                  <a:pt x="2827782" y="6858"/>
                </a:lnTo>
                <a:lnTo>
                  <a:pt x="2743200" y="0"/>
                </a:lnTo>
                <a:lnTo>
                  <a:pt x="2788158" y="72390"/>
                </a:lnTo>
                <a:lnTo>
                  <a:pt x="2792730" y="64833"/>
                </a:lnTo>
                <a:lnTo>
                  <a:pt x="2805480" y="43738"/>
                </a:lnTo>
                <a:lnTo>
                  <a:pt x="4047579" y="802627"/>
                </a:lnTo>
                <a:lnTo>
                  <a:pt x="4030218" y="831342"/>
                </a:lnTo>
                <a:lnTo>
                  <a:pt x="4065270" y="834186"/>
                </a:lnTo>
                <a:lnTo>
                  <a:pt x="4114800" y="83820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68" name="Google Shape;468;p21"/>
          <p:cNvSpPr txBox="1"/>
          <p:nvPr/>
        </p:nvSpPr>
        <p:spPr>
          <a:xfrm>
            <a:off x="3287341" y="4802062"/>
            <a:ext cx="222900" cy="227700"/>
          </a:xfrm>
          <a:prstGeom prst="rect">
            <a:avLst/>
          </a:prstGeom>
          <a:noFill/>
          <a:ln>
            <a:noFill/>
          </a:ln>
        </p:spPr>
        <p:txBody>
          <a:bodyPr anchorCtr="0" anchor="t" bIns="0" lIns="0" spcFirstLastPara="1" rIns="0" wrap="square" tIns="12100">
            <a:spAutoFit/>
          </a:bodyPr>
          <a:lstStyle/>
          <a:p>
            <a:pPr indent="0" lvl="0" marL="12739"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Arial"/>
                <a:ea typeface="Arial"/>
                <a:cs typeface="Arial"/>
                <a:sym typeface="Arial"/>
              </a:rPr>
              <a:t>a1</a:t>
            </a:r>
            <a:endParaRPr b="0" i="0" sz="1400" u="none" cap="none" strike="noStrike">
              <a:solidFill>
                <a:schemeClr val="dk1"/>
              </a:solidFill>
              <a:latin typeface="Arial"/>
              <a:ea typeface="Arial"/>
              <a:cs typeface="Arial"/>
              <a:sym typeface="Arial"/>
            </a:endParaRPr>
          </a:p>
        </p:txBody>
      </p:sp>
      <p:sp>
        <p:nvSpPr>
          <p:cNvPr id="469" name="Google Shape;469;p21"/>
          <p:cNvSpPr txBox="1"/>
          <p:nvPr/>
        </p:nvSpPr>
        <p:spPr>
          <a:xfrm>
            <a:off x="3875325" y="4802825"/>
            <a:ext cx="2024700" cy="259200"/>
          </a:xfrm>
          <a:prstGeom prst="rect">
            <a:avLst/>
          </a:prstGeom>
          <a:noFill/>
          <a:ln>
            <a:noFill/>
          </a:ln>
        </p:spPr>
        <p:txBody>
          <a:bodyPr anchorCtr="0" anchor="t" bIns="0" lIns="0" spcFirstLastPara="1" rIns="0" wrap="square" tIns="12725">
            <a:spAutoFit/>
          </a:bodyPr>
          <a:lstStyle/>
          <a:p>
            <a:pPr indent="0" lvl="0" marL="12739"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a2	    a3	         a4</a:t>
            </a:r>
            <a:endParaRPr b="0" i="0" sz="1600" u="none" cap="none" strike="noStrike">
              <a:solidFill>
                <a:schemeClr val="dk1"/>
              </a:solidFill>
              <a:latin typeface="Arial"/>
              <a:ea typeface="Arial"/>
              <a:cs typeface="Arial"/>
              <a:sym typeface="Arial"/>
            </a:endParaRPr>
          </a:p>
        </p:txBody>
      </p:sp>
      <p:sp>
        <p:nvSpPr>
          <p:cNvPr id="470" name="Google Shape;470;p21"/>
          <p:cNvSpPr txBox="1"/>
          <p:nvPr/>
        </p:nvSpPr>
        <p:spPr>
          <a:xfrm>
            <a:off x="6066888" y="4749677"/>
            <a:ext cx="939900" cy="259200"/>
          </a:xfrm>
          <a:prstGeom prst="rect">
            <a:avLst/>
          </a:prstGeom>
          <a:noFill/>
          <a:ln>
            <a:noFill/>
          </a:ln>
        </p:spPr>
        <p:txBody>
          <a:bodyPr anchorCtr="0" anchor="t" bIns="0" lIns="0" spcFirstLastPara="1" rIns="0" wrap="square" tIns="12725">
            <a:spAutoFit/>
          </a:bodyPr>
          <a:lstStyle/>
          <a:p>
            <a:pPr indent="0" lvl="0" marL="12739"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Arial"/>
                <a:ea typeface="Arial"/>
                <a:cs typeface="Arial"/>
                <a:sym typeface="Arial"/>
              </a:rPr>
              <a:t>a5	a6</a:t>
            </a:r>
            <a:endParaRPr b="0" i="0" sz="1600" u="none" cap="none" strike="noStrike">
              <a:solidFill>
                <a:schemeClr val="dk1"/>
              </a:solidFill>
              <a:latin typeface="Arial"/>
              <a:ea typeface="Arial"/>
              <a:cs typeface="Arial"/>
              <a:sym typeface="Arial"/>
            </a:endParaRPr>
          </a:p>
        </p:txBody>
      </p:sp>
      <p:sp>
        <p:nvSpPr>
          <p:cNvPr id="471" name="Google Shape;471;p21"/>
          <p:cNvSpPr/>
          <p:nvPr/>
        </p:nvSpPr>
        <p:spPr>
          <a:xfrm>
            <a:off x="5079719" y="5615590"/>
            <a:ext cx="76390" cy="611124"/>
          </a:xfrm>
          <a:custGeom>
            <a:rect b="b" l="l" r="r" t="t"/>
            <a:pathLst>
              <a:path extrusionOk="0" h="609600" w="76200">
                <a:moveTo>
                  <a:pt x="76200" y="76200"/>
                </a:moveTo>
                <a:lnTo>
                  <a:pt x="38100" y="0"/>
                </a:lnTo>
                <a:lnTo>
                  <a:pt x="0" y="76200"/>
                </a:lnTo>
                <a:lnTo>
                  <a:pt x="33527" y="76200"/>
                </a:lnTo>
                <a:lnTo>
                  <a:pt x="33527" y="63246"/>
                </a:lnTo>
                <a:lnTo>
                  <a:pt x="35051" y="60198"/>
                </a:lnTo>
                <a:lnTo>
                  <a:pt x="38100" y="58674"/>
                </a:lnTo>
                <a:lnTo>
                  <a:pt x="41148" y="60198"/>
                </a:lnTo>
                <a:lnTo>
                  <a:pt x="42672" y="63246"/>
                </a:lnTo>
                <a:lnTo>
                  <a:pt x="42672" y="76200"/>
                </a:lnTo>
                <a:lnTo>
                  <a:pt x="76200" y="76200"/>
                </a:lnTo>
                <a:close/>
              </a:path>
              <a:path extrusionOk="0" h="609600" w="76200">
                <a:moveTo>
                  <a:pt x="76200" y="533400"/>
                </a:moveTo>
                <a:lnTo>
                  <a:pt x="0" y="533400"/>
                </a:lnTo>
                <a:lnTo>
                  <a:pt x="33528" y="600455"/>
                </a:lnTo>
                <a:lnTo>
                  <a:pt x="33528" y="546353"/>
                </a:lnTo>
                <a:lnTo>
                  <a:pt x="35052" y="549401"/>
                </a:lnTo>
                <a:lnTo>
                  <a:pt x="38100" y="550926"/>
                </a:lnTo>
                <a:lnTo>
                  <a:pt x="41148" y="549401"/>
                </a:lnTo>
                <a:lnTo>
                  <a:pt x="42672" y="546353"/>
                </a:lnTo>
                <a:lnTo>
                  <a:pt x="42672" y="600455"/>
                </a:lnTo>
                <a:lnTo>
                  <a:pt x="76200" y="533400"/>
                </a:lnTo>
                <a:close/>
              </a:path>
              <a:path extrusionOk="0" h="609600" w="76200">
                <a:moveTo>
                  <a:pt x="42672" y="76200"/>
                </a:moveTo>
                <a:lnTo>
                  <a:pt x="42672" y="63246"/>
                </a:lnTo>
                <a:lnTo>
                  <a:pt x="41148" y="60198"/>
                </a:lnTo>
                <a:lnTo>
                  <a:pt x="38100" y="58674"/>
                </a:lnTo>
                <a:lnTo>
                  <a:pt x="35051" y="60198"/>
                </a:lnTo>
                <a:lnTo>
                  <a:pt x="33527" y="63246"/>
                </a:lnTo>
                <a:lnTo>
                  <a:pt x="33527" y="76200"/>
                </a:lnTo>
                <a:lnTo>
                  <a:pt x="42672" y="76200"/>
                </a:lnTo>
                <a:close/>
              </a:path>
              <a:path extrusionOk="0" h="609600" w="76200">
                <a:moveTo>
                  <a:pt x="42672" y="533400"/>
                </a:moveTo>
                <a:lnTo>
                  <a:pt x="42672" y="76200"/>
                </a:lnTo>
                <a:lnTo>
                  <a:pt x="33527" y="76200"/>
                </a:lnTo>
                <a:lnTo>
                  <a:pt x="33528" y="533400"/>
                </a:lnTo>
                <a:lnTo>
                  <a:pt x="42672" y="533400"/>
                </a:lnTo>
                <a:close/>
              </a:path>
              <a:path extrusionOk="0" h="609600" w="76200">
                <a:moveTo>
                  <a:pt x="42672" y="600455"/>
                </a:moveTo>
                <a:lnTo>
                  <a:pt x="42672" y="546353"/>
                </a:lnTo>
                <a:lnTo>
                  <a:pt x="41148" y="549401"/>
                </a:lnTo>
                <a:lnTo>
                  <a:pt x="38100" y="550926"/>
                </a:lnTo>
                <a:lnTo>
                  <a:pt x="35052" y="549401"/>
                </a:lnTo>
                <a:lnTo>
                  <a:pt x="33528" y="546353"/>
                </a:lnTo>
                <a:lnTo>
                  <a:pt x="33528" y="600455"/>
                </a:lnTo>
                <a:lnTo>
                  <a:pt x="38100" y="609600"/>
                </a:lnTo>
                <a:lnTo>
                  <a:pt x="42672" y="6004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2" name="Google Shape;472;p21"/>
          <p:cNvSpPr txBox="1"/>
          <p:nvPr/>
        </p:nvSpPr>
        <p:spPr>
          <a:xfrm>
            <a:off x="609601" y="5692074"/>
            <a:ext cx="1299000" cy="321600"/>
          </a:xfrm>
          <a:prstGeom prst="rect">
            <a:avLst/>
          </a:prstGeom>
          <a:solidFill>
            <a:srgbClr val="FFCC99"/>
          </a:solidFill>
          <a:ln cap="flat" cmpd="sng" w="9525">
            <a:solidFill>
              <a:srgbClr val="000000"/>
            </a:solidFill>
            <a:prstDash val="solid"/>
            <a:round/>
            <a:headEnd len="sm" w="sm" type="none"/>
            <a:tailEnd len="sm" w="sm" type="none"/>
          </a:ln>
        </p:spPr>
        <p:txBody>
          <a:bodyPr anchorCtr="0" anchor="t" bIns="0" lIns="0" spcFirstLastPara="1" rIns="0" wrap="square" tIns="43950">
            <a:spAutoFit/>
          </a:bodyPr>
          <a:lstStyle/>
          <a:p>
            <a:pPr indent="0" lvl="0" marL="9681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Iteration 1</a:t>
            </a:r>
            <a:endParaRPr b="0" i="0" sz="1800" u="none" cap="none" strike="noStrike">
              <a:solidFill>
                <a:schemeClr val="dk1"/>
              </a:solidFill>
              <a:latin typeface="Arial"/>
              <a:ea typeface="Arial"/>
              <a:cs typeface="Arial"/>
              <a:sym typeface="Arial"/>
            </a:endParaRPr>
          </a:p>
        </p:txBody>
      </p:sp>
      <p:sp>
        <p:nvSpPr>
          <p:cNvPr id="473" name="Google Shape;473;p21"/>
          <p:cNvSpPr txBox="1"/>
          <p:nvPr/>
        </p:nvSpPr>
        <p:spPr>
          <a:xfrm>
            <a:off x="2290671" y="6227457"/>
            <a:ext cx="5960100" cy="321600"/>
          </a:xfrm>
          <a:prstGeom prst="rect">
            <a:avLst/>
          </a:prstGeom>
          <a:solidFill>
            <a:srgbClr val="CCFFFF"/>
          </a:solidFill>
          <a:ln cap="flat" cmpd="sng" w="9525">
            <a:solidFill>
              <a:srgbClr val="000000"/>
            </a:solidFill>
            <a:prstDash val="solid"/>
            <a:round/>
            <a:headEnd len="sm" w="sm" type="none"/>
            <a:tailEnd len="sm" w="sm" type="none"/>
          </a:ln>
        </p:spPr>
        <p:txBody>
          <a:bodyPr anchorCtr="0" anchor="t" bIns="0" lIns="0" spcFirstLastPara="1" rIns="0" wrap="square" tIns="43950">
            <a:spAutoFit/>
          </a:bodyPr>
          <a:lstStyle/>
          <a:p>
            <a:pPr indent="0" lvl="0" marL="9681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h1 = &lt;Sunny, Warm, Normal, Strong, Warm, Same&gt;</a:t>
            </a:r>
            <a:endParaRPr b="0" i="0" sz="1800" u="none" cap="none" strike="noStrike">
              <a:solidFill>
                <a:schemeClr val="dk1"/>
              </a:solidFill>
              <a:latin typeface="Arial"/>
              <a:ea typeface="Arial"/>
              <a:cs typeface="Arial"/>
              <a:sym typeface="Arial"/>
            </a:endParaRPr>
          </a:p>
        </p:txBody>
      </p:sp>
      <p:grpSp>
        <p:nvGrpSpPr>
          <p:cNvPr id="474" name="Google Shape;474;p21"/>
          <p:cNvGrpSpPr/>
          <p:nvPr/>
        </p:nvGrpSpPr>
        <p:grpSpPr>
          <a:xfrm>
            <a:off x="609600" y="533400"/>
            <a:ext cx="303213" cy="303213"/>
            <a:chOff x="703" y="300"/>
            <a:chExt cx="181" cy="181"/>
          </a:xfrm>
        </p:grpSpPr>
        <p:sp>
          <p:nvSpPr>
            <p:cNvPr id="475" name="Google Shape;475;p21"/>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6" name="Google Shape;476;p21"/>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7" name="Google Shape;477;p21"/>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8" name="Google Shape;478;p21"/>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9" name="Google Shape;479;p21"/>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0" name="Google Shape;480;p21"/>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pic>
        <p:nvPicPr>
          <p:cNvPr descr="C:\Users\Administrator\Desktop\Capture.PNG" id="481" name="Google Shape;481;p21"/>
          <p:cNvPicPr preferRelativeResize="0"/>
          <p:nvPr/>
        </p:nvPicPr>
        <p:blipFill rotWithShape="1">
          <a:blip r:embed="rId3">
            <a:alphaModFix/>
          </a:blip>
          <a:srcRect b="0" l="0" r="0" t="0"/>
          <a:stretch/>
        </p:blipFill>
        <p:spPr>
          <a:xfrm>
            <a:off x="1066800" y="1496725"/>
            <a:ext cx="7079774" cy="226262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500"/>
                                        <p:tgtEl>
                                          <p:spTgt spid="474"/>
                                        </p:tgtEl>
                                      </p:cBhvr>
                                    </p:animEffect>
                                  </p:childTnLst>
                                </p:cTn>
                              </p:par>
                              <p:par>
                                <p:cTn fill="hold" nodeType="withEffect" presetClass="emph" presetID="8" presetSubtype="0">
                                  <p:stCondLst>
                                    <p:cond delay="500"/>
                                  </p:stCondLst>
                                  <p:childTnLst>
                                    <p:animRot by="-21600000">
                                      <p:cBhvr>
                                        <p:cTn dur="500" fill="hold"/>
                                        <p:tgtEl>
                                          <p:spTgt spid="474"/>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grpSp>
        <p:nvGrpSpPr>
          <p:cNvPr id="486" name="Google Shape;486;p22"/>
          <p:cNvGrpSpPr/>
          <p:nvPr/>
        </p:nvGrpSpPr>
        <p:grpSpPr>
          <a:xfrm>
            <a:off x="3196551" y="2487177"/>
            <a:ext cx="5501762" cy="377948"/>
            <a:chOff x="3187700" y="3111500"/>
            <a:chExt cx="5486400" cy="376555"/>
          </a:xfrm>
        </p:grpSpPr>
        <p:sp>
          <p:nvSpPr>
            <p:cNvPr id="487" name="Google Shape;487;p22"/>
            <p:cNvSpPr/>
            <p:nvPr/>
          </p:nvSpPr>
          <p:spPr>
            <a:xfrm>
              <a:off x="3187700" y="3111500"/>
              <a:ext cx="5486400" cy="376555"/>
            </a:xfrm>
            <a:custGeom>
              <a:rect b="b" l="l" r="r" t="t"/>
              <a:pathLst>
                <a:path extrusionOk="0" h="376554" w="5486400">
                  <a:moveTo>
                    <a:pt x="5486400" y="376427"/>
                  </a:moveTo>
                  <a:lnTo>
                    <a:pt x="5486400" y="0"/>
                  </a:lnTo>
                  <a:lnTo>
                    <a:pt x="0" y="0"/>
                  </a:lnTo>
                  <a:lnTo>
                    <a:pt x="0" y="376428"/>
                  </a:lnTo>
                  <a:lnTo>
                    <a:pt x="5486400" y="376427"/>
                  </a:lnTo>
                  <a:close/>
                </a:path>
              </a:pathLst>
            </a:custGeom>
            <a:solidFill>
              <a:srgbClr val="FFFF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88" name="Google Shape;488;p22"/>
            <p:cNvSpPr/>
            <p:nvPr/>
          </p:nvSpPr>
          <p:spPr>
            <a:xfrm>
              <a:off x="3187700" y="3111500"/>
              <a:ext cx="5486400" cy="376555"/>
            </a:xfrm>
            <a:custGeom>
              <a:rect b="b" l="l" r="r" t="t"/>
              <a:pathLst>
                <a:path extrusionOk="0" h="376554" w="5486400">
                  <a:moveTo>
                    <a:pt x="0" y="0"/>
                  </a:moveTo>
                  <a:lnTo>
                    <a:pt x="0" y="376428"/>
                  </a:lnTo>
                  <a:lnTo>
                    <a:pt x="5486400" y="376427"/>
                  </a:lnTo>
                  <a:lnTo>
                    <a:pt x="54864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89" name="Google Shape;489;p22"/>
          <p:cNvSpPr txBox="1"/>
          <p:nvPr/>
        </p:nvSpPr>
        <p:spPr>
          <a:xfrm>
            <a:off x="3280812" y="2518843"/>
            <a:ext cx="5280000" cy="289800"/>
          </a:xfrm>
          <a:prstGeom prst="rect">
            <a:avLst/>
          </a:prstGeom>
          <a:noFill/>
          <a:ln>
            <a:noFill/>
          </a:ln>
        </p:spPr>
        <p:txBody>
          <a:bodyPr anchorCtr="0" anchor="t" bIns="0" lIns="0" spcFirstLastPara="1" rIns="0" wrap="square" tIns="12725">
            <a:spAutoFit/>
          </a:bodyPr>
          <a:lstStyle/>
          <a:p>
            <a:pPr indent="0" lvl="0" marL="1273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x2 = &lt;Sunny, Warm, </a:t>
            </a:r>
            <a:r>
              <a:rPr b="1" i="0" lang="en-US" sz="1800" u="none" cap="none" strike="noStrike">
                <a:solidFill>
                  <a:srgbClr val="FF3300"/>
                </a:solidFill>
                <a:latin typeface="Arial"/>
                <a:ea typeface="Arial"/>
                <a:cs typeface="Arial"/>
                <a:sym typeface="Arial"/>
              </a:rPr>
              <a:t>High</a:t>
            </a:r>
            <a:r>
              <a:rPr b="1" i="0" lang="en-US" sz="1800" u="none" cap="none" strike="noStrike">
                <a:solidFill>
                  <a:schemeClr val="dk1"/>
                </a:solidFill>
                <a:latin typeface="Arial"/>
                <a:ea typeface="Arial"/>
                <a:cs typeface="Arial"/>
                <a:sym typeface="Arial"/>
              </a:rPr>
              <a:t>, Strong, Warm, Same&gt;</a:t>
            </a:r>
            <a:endParaRPr b="0" i="0" sz="1800" u="none" cap="none" strike="noStrike">
              <a:solidFill>
                <a:schemeClr val="dk1"/>
              </a:solidFill>
              <a:latin typeface="Arial"/>
              <a:ea typeface="Arial"/>
              <a:cs typeface="Arial"/>
              <a:sym typeface="Arial"/>
            </a:endParaRPr>
          </a:p>
        </p:txBody>
      </p:sp>
      <p:grpSp>
        <p:nvGrpSpPr>
          <p:cNvPr id="490" name="Google Shape;490;p22"/>
          <p:cNvGrpSpPr/>
          <p:nvPr/>
        </p:nvGrpSpPr>
        <p:grpSpPr>
          <a:xfrm>
            <a:off x="1973937" y="3710889"/>
            <a:ext cx="5119695" cy="377948"/>
            <a:chOff x="1968500" y="4330700"/>
            <a:chExt cx="5105400" cy="376555"/>
          </a:xfrm>
        </p:grpSpPr>
        <p:sp>
          <p:nvSpPr>
            <p:cNvPr id="491" name="Google Shape;491;p22"/>
            <p:cNvSpPr/>
            <p:nvPr/>
          </p:nvSpPr>
          <p:spPr>
            <a:xfrm>
              <a:off x="1968500" y="4330700"/>
              <a:ext cx="5105400" cy="376555"/>
            </a:xfrm>
            <a:custGeom>
              <a:rect b="b" l="l" r="r" t="t"/>
              <a:pathLst>
                <a:path extrusionOk="0" h="376554" w="5105400">
                  <a:moveTo>
                    <a:pt x="5105400" y="376427"/>
                  </a:moveTo>
                  <a:lnTo>
                    <a:pt x="5105400" y="0"/>
                  </a:lnTo>
                  <a:lnTo>
                    <a:pt x="0" y="0"/>
                  </a:lnTo>
                  <a:lnTo>
                    <a:pt x="0" y="376428"/>
                  </a:lnTo>
                  <a:lnTo>
                    <a:pt x="5105400" y="376427"/>
                  </a:lnTo>
                  <a:close/>
                </a:path>
              </a:pathLst>
            </a:custGeom>
            <a:solidFill>
              <a:srgbClr val="CC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2" name="Google Shape;492;p22"/>
            <p:cNvSpPr/>
            <p:nvPr/>
          </p:nvSpPr>
          <p:spPr>
            <a:xfrm>
              <a:off x="1968500" y="4330700"/>
              <a:ext cx="5105400" cy="376555"/>
            </a:xfrm>
            <a:custGeom>
              <a:rect b="b" l="l" r="r" t="t"/>
              <a:pathLst>
                <a:path extrusionOk="0" h="376554" w="5105400">
                  <a:moveTo>
                    <a:pt x="0" y="0"/>
                  </a:moveTo>
                  <a:lnTo>
                    <a:pt x="0" y="376428"/>
                  </a:lnTo>
                  <a:lnTo>
                    <a:pt x="5105400" y="376427"/>
                  </a:lnTo>
                  <a:lnTo>
                    <a:pt x="51054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93" name="Google Shape;493;p22"/>
          <p:cNvSpPr txBox="1"/>
          <p:nvPr/>
        </p:nvSpPr>
        <p:spPr>
          <a:xfrm>
            <a:off x="2058216" y="3742574"/>
            <a:ext cx="4923600" cy="289800"/>
          </a:xfrm>
          <a:prstGeom prst="rect">
            <a:avLst/>
          </a:prstGeom>
          <a:noFill/>
          <a:ln>
            <a:noFill/>
          </a:ln>
        </p:spPr>
        <p:txBody>
          <a:bodyPr anchorCtr="0" anchor="t" bIns="0" lIns="0" spcFirstLastPara="1" rIns="0" wrap="square" tIns="12725">
            <a:spAutoFit/>
          </a:bodyPr>
          <a:lstStyle/>
          <a:p>
            <a:pPr indent="0" lvl="0" marL="1273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h2 = &lt;Sunny, Warm, </a:t>
            </a:r>
            <a:r>
              <a:rPr b="1" i="0" lang="en-US" sz="1800" u="none" cap="none" strike="noStrike">
                <a:solidFill>
                  <a:srgbClr val="FF3300"/>
                </a:solidFill>
                <a:latin typeface="Arial"/>
                <a:ea typeface="Arial"/>
                <a:cs typeface="Arial"/>
                <a:sym typeface="Arial"/>
              </a:rPr>
              <a:t>?</a:t>
            </a:r>
            <a:r>
              <a:rPr b="1" i="0" lang="en-US" sz="1800" u="none" cap="none" strike="noStrike">
                <a:solidFill>
                  <a:schemeClr val="dk1"/>
                </a:solidFill>
                <a:latin typeface="Arial"/>
                <a:ea typeface="Arial"/>
                <a:cs typeface="Arial"/>
                <a:sym typeface="Arial"/>
              </a:rPr>
              <a:t>, Strong, Warm, Same&gt;</a:t>
            </a:r>
            <a:endParaRPr b="0" i="0" sz="1800" u="none" cap="none" strike="noStrike">
              <a:solidFill>
                <a:schemeClr val="dk1"/>
              </a:solidFill>
              <a:latin typeface="Arial"/>
              <a:ea typeface="Arial"/>
              <a:cs typeface="Arial"/>
              <a:sym typeface="Arial"/>
            </a:endParaRPr>
          </a:p>
        </p:txBody>
      </p:sp>
      <p:grpSp>
        <p:nvGrpSpPr>
          <p:cNvPr id="494" name="Google Shape;494;p22"/>
          <p:cNvGrpSpPr/>
          <p:nvPr/>
        </p:nvGrpSpPr>
        <p:grpSpPr>
          <a:xfrm>
            <a:off x="2126764" y="1416427"/>
            <a:ext cx="5960242" cy="2217976"/>
            <a:chOff x="2120900" y="2044700"/>
            <a:chExt cx="5943600" cy="2209800"/>
          </a:xfrm>
        </p:grpSpPr>
        <p:sp>
          <p:nvSpPr>
            <p:cNvPr id="495" name="Google Shape;495;p22"/>
            <p:cNvSpPr/>
            <p:nvPr/>
          </p:nvSpPr>
          <p:spPr>
            <a:xfrm>
              <a:off x="3073400" y="2425700"/>
              <a:ext cx="76200" cy="1828800"/>
            </a:xfrm>
            <a:custGeom>
              <a:rect b="b" l="l" r="r" t="t"/>
              <a:pathLst>
                <a:path extrusionOk="0" h="1828800" w="76200">
                  <a:moveTo>
                    <a:pt x="76200" y="76199"/>
                  </a:moveTo>
                  <a:lnTo>
                    <a:pt x="38100" y="0"/>
                  </a:lnTo>
                  <a:lnTo>
                    <a:pt x="0" y="76199"/>
                  </a:lnTo>
                  <a:lnTo>
                    <a:pt x="33527" y="76199"/>
                  </a:lnTo>
                  <a:lnTo>
                    <a:pt x="33527" y="63245"/>
                  </a:lnTo>
                  <a:lnTo>
                    <a:pt x="35051" y="60197"/>
                  </a:lnTo>
                  <a:lnTo>
                    <a:pt x="38100" y="58673"/>
                  </a:lnTo>
                  <a:lnTo>
                    <a:pt x="41148" y="60197"/>
                  </a:lnTo>
                  <a:lnTo>
                    <a:pt x="42672" y="63245"/>
                  </a:lnTo>
                  <a:lnTo>
                    <a:pt x="42672" y="76199"/>
                  </a:lnTo>
                  <a:lnTo>
                    <a:pt x="76200" y="76199"/>
                  </a:lnTo>
                  <a:close/>
                </a:path>
                <a:path extrusionOk="0" h="1828800" w="76200">
                  <a:moveTo>
                    <a:pt x="76200" y="1752600"/>
                  </a:moveTo>
                  <a:lnTo>
                    <a:pt x="0" y="1752600"/>
                  </a:lnTo>
                  <a:lnTo>
                    <a:pt x="33527" y="1819655"/>
                  </a:lnTo>
                  <a:lnTo>
                    <a:pt x="33527" y="1765553"/>
                  </a:lnTo>
                  <a:lnTo>
                    <a:pt x="35051" y="1768602"/>
                  </a:lnTo>
                  <a:lnTo>
                    <a:pt x="38100" y="1770126"/>
                  </a:lnTo>
                  <a:lnTo>
                    <a:pt x="41148" y="1768602"/>
                  </a:lnTo>
                  <a:lnTo>
                    <a:pt x="42672" y="1765553"/>
                  </a:lnTo>
                  <a:lnTo>
                    <a:pt x="42672" y="1819655"/>
                  </a:lnTo>
                  <a:lnTo>
                    <a:pt x="76200" y="1752600"/>
                  </a:lnTo>
                  <a:close/>
                </a:path>
                <a:path extrusionOk="0" h="1828800" w="76200">
                  <a:moveTo>
                    <a:pt x="42672" y="76199"/>
                  </a:moveTo>
                  <a:lnTo>
                    <a:pt x="42672" y="63245"/>
                  </a:lnTo>
                  <a:lnTo>
                    <a:pt x="41148" y="60197"/>
                  </a:lnTo>
                  <a:lnTo>
                    <a:pt x="38100" y="58673"/>
                  </a:lnTo>
                  <a:lnTo>
                    <a:pt x="35051" y="60197"/>
                  </a:lnTo>
                  <a:lnTo>
                    <a:pt x="33527" y="63245"/>
                  </a:lnTo>
                  <a:lnTo>
                    <a:pt x="33527" y="76199"/>
                  </a:lnTo>
                  <a:lnTo>
                    <a:pt x="42672" y="76199"/>
                  </a:lnTo>
                  <a:close/>
                </a:path>
                <a:path extrusionOk="0" h="1828800" w="76200">
                  <a:moveTo>
                    <a:pt x="42672" y="1752600"/>
                  </a:moveTo>
                  <a:lnTo>
                    <a:pt x="42672" y="76199"/>
                  </a:lnTo>
                  <a:lnTo>
                    <a:pt x="33527" y="76199"/>
                  </a:lnTo>
                  <a:lnTo>
                    <a:pt x="33527" y="1752600"/>
                  </a:lnTo>
                  <a:lnTo>
                    <a:pt x="42672" y="1752600"/>
                  </a:lnTo>
                  <a:close/>
                </a:path>
                <a:path extrusionOk="0" h="1828800" w="76200">
                  <a:moveTo>
                    <a:pt x="42672" y="1819655"/>
                  </a:moveTo>
                  <a:lnTo>
                    <a:pt x="42672" y="1765553"/>
                  </a:lnTo>
                  <a:lnTo>
                    <a:pt x="41148" y="1768602"/>
                  </a:lnTo>
                  <a:lnTo>
                    <a:pt x="38100" y="1770126"/>
                  </a:lnTo>
                  <a:lnTo>
                    <a:pt x="35051" y="1768602"/>
                  </a:lnTo>
                  <a:lnTo>
                    <a:pt x="33527" y="1765553"/>
                  </a:lnTo>
                  <a:lnTo>
                    <a:pt x="33527" y="1819655"/>
                  </a:lnTo>
                  <a:lnTo>
                    <a:pt x="38100" y="1828800"/>
                  </a:lnTo>
                  <a:lnTo>
                    <a:pt x="42672" y="18196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6" name="Google Shape;496;p22"/>
            <p:cNvSpPr/>
            <p:nvPr/>
          </p:nvSpPr>
          <p:spPr>
            <a:xfrm>
              <a:off x="2120900" y="2044700"/>
              <a:ext cx="5943600" cy="376555"/>
            </a:xfrm>
            <a:custGeom>
              <a:rect b="b" l="l" r="r" t="t"/>
              <a:pathLst>
                <a:path extrusionOk="0" h="376555" w="5943600">
                  <a:moveTo>
                    <a:pt x="5943600" y="376427"/>
                  </a:moveTo>
                  <a:lnTo>
                    <a:pt x="5943600" y="0"/>
                  </a:lnTo>
                  <a:lnTo>
                    <a:pt x="0" y="0"/>
                  </a:lnTo>
                  <a:lnTo>
                    <a:pt x="0" y="376427"/>
                  </a:lnTo>
                  <a:lnTo>
                    <a:pt x="5943600" y="376427"/>
                  </a:lnTo>
                  <a:close/>
                </a:path>
              </a:pathLst>
            </a:custGeom>
            <a:solidFill>
              <a:srgbClr val="CCFF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97" name="Google Shape;497;p22"/>
            <p:cNvSpPr/>
            <p:nvPr/>
          </p:nvSpPr>
          <p:spPr>
            <a:xfrm>
              <a:off x="2120900" y="2044700"/>
              <a:ext cx="5943600" cy="376555"/>
            </a:xfrm>
            <a:custGeom>
              <a:rect b="b" l="l" r="r" t="t"/>
              <a:pathLst>
                <a:path extrusionOk="0" h="376555" w="5943600">
                  <a:moveTo>
                    <a:pt x="0" y="0"/>
                  </a:moveTo>
                  <a:lnTo>
                    <a:pt x="0" y="376427"/>
                  </a:lnTo>
                  <a:lnTo>
                    <a:pt x="5943600" y="376427"/>
                  </a:lnTo>
                  <a:lnTo>
                    <a:pt x="5943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498" name="Google Shape;498;p22"/>
          <p:cNvSpPr txBox="1"/>
          <p:nvPr>
            <p:ph type="title"/>
          </p:nvPr>
        </p:nvSpPr>
        <p:spPr>
          <a:xfrm>
            <a:off x="2211040" y="1448077"/>
            <a:ext cx="5574300" cy="289800"/>
          </a:xfrm>
          <a:prstGeom prst="rect">
            <a:avLst/>
          </a:prstGeom>
          <a:noFill/>
          <a:ln>
            <a:noFill/>
          </a:ln>
        </p:spPr>
        <p:txBody>
          <a:bodyPr anchorCtr="0" anchor="ctr" bIns="0" lIns="0" spcFirstLastPara="1" rIns="0" wrap="square" tIns="12725">
            <a:spAutoFit/>
          </a:bodyPr>
          <a:lstStyle/>
          <a:p>
            <a:pPr indent="0" lvl="0" marL="12739" rtl="0" algn="l">
              <a:lnSpc>
                <a:spcPct val="100000"/>
              </a:lnSpc>
              <a:spcBef>
                <a:spcPts val="0"/>
              </a:spcBef>
              <a:spcAft>
                <a:spcPts val="0"/>
              </a:spcAft>
              <a:buSzPts val="1400"/>
              <a:buNone/>
            </a:pPr>
            <a:r>
              <a:rPr lang="en-US" sz="1800"/>
              <a:t>h1 = &lt;Sunny, Warm, </a:t>
            </a:r>
            <a:r>
              <a:rPr lang="en-US" sz="1800">
                <a:solidFill>
                  <a:srgbClr val="FF3300"/>
                </a:solidFill>
              </a:rPr>
              <a:t>Normal</a:t>
            </a:r>
            <a:r>
              <a:rPr lang="en-US" sz="1800"/>
              <a:t>, Strong, Warm, Same&gt;</a:t>
            </a:r>
            <a:endParaRPr sz="1800"/>
          </a:p>
        </p:txBody>
      </p:sp>
      <p:sp>
        <p:nvSpPr>
          <p:cNvPr id="499" name="Google Shape;499;p22"/>
          <p:cNvSpPr/>
          <p:nvPr/>
        </p:nvSpPr>
        <p:spPr>
          <a:xfrm>
            <a:off x="3272917" y="1722396"/>
            <a:ext cx="4888992" cy="2062543"/>
          </a:xfrm>
          <a:custGeom>
            <a:rect b="b" l="l" r="r" t="t"/>
            <a:pathLst>
              <a:path extrusionOk="0" h="2057400" w="4876800">
                <a:moveTo>
                  <a:pt x="838200" y="838200"/>
                </a:moveTo>
                <a:lnTo>
                  <a:pt x="811530" y="757428"/>
                </a:lnTo>
                <a:lnTo>
                  <a:pt x="787527" y="781431"/>
                </a:lnTo>
                <a:lnTo>
                  <a:pt x="57137" y="50304"/>
                </a:lnTo>
                <a:lnTo>
                  <a:pt x="80772" y="26670"/>
                </a:lnTo>
                <a:lnTo>
                  <a:pt x="0" y="0"/>
                </a:lnTo>
                <a:lnTo>
                  <a:pt x="26670" y="80772"/>
                </a:lnTo>
                <a:lnTo>
                  <a:pt x="40386" y="67056"/>
                </a:lnTo>
                <a:lnTo>
                  <a:pt x="50292" y="57150"/>
                </a:lnTo>
                <a:lnTo>
                  <a:pt x="781418" y="787539"/>
                </a:lnTo>
                <a:lnTo>
                  <a:pt x="757428" y="811530"/>
                </a:lnTo>
                <a:lnTo>
                  <a:pt x="797814" y="824865"/>
                </a:lnTo>
                <a:lnTo>
                  <a:pt x="838200" y="838200"/>
                </a:lnTo>
                <a:close/>
              </a:path>
              <a:path extrusionOk="0" h="2057400" w="4876800">
                <a:moveTo>
                  <a:pt x="918972" y="1066800"/>
                </a:moveTo>
                <a:lnTo>
                  <a:pt x="917448" y="1062990"/>
                </a:lnTo>
                <a:lnTo>
                  <a:pt x="914400" y="1062228"/>
                </a:lnTo>
                <a:lnTo>
                  <a:pt x="910590" y="1063752"/>
                </a:lnTo>
                <a:lnTo>
                  <a:pt x="48425" y="1998332"/>
                </a:lnTo>
                <a:lnTo>
                  <a:pt x="23622" y="1975866"/>
                </a:lnTo>
                <a:lnTo>
                  <a:pt x="0" y="2057400"/>
                </a:lnTo>
                <a:lnTo>
                  <a:pt x="38100" y="2042896"/>
                </a:lnTo>
                <a:lnTo>
                  <a:pt x="80010" y="2026920"/>
                </a:lnTo>
                <a:lnTo>
                  <a:pt x="55232" y="2004491"/>
                </a:lnTo>
                <a:lnTo>
                  <a:pt x="918210" y="1069848"/>
                </a:lnTo>
                <a:lnTo>
                  <a:pt x="918972" y="1066800"/>
                </a:lnTo>
                <a:close/>
              </a:path>
              <a:path extrusionOk="0" h="2057400" w="4876800">
                <a:moveTo>
                  <a:pt x="1600200" y="838200"/>
                </a:moveTo>
                <a:lnTo>
                  <a:pt x="1573530" y="757428"/>
                </a:lnTo>
                <a:lnTo>
                  <a:pt x="1549527" y="781431"/>
                </a:lnTo>
                <a:lnTo>
                  <a:pt x="819137" y="50304"/>
                </a:lnTo>
                <a:lnTo>
                  <a:pt x="842772" y="26670"/>
                </a:lnTo>
                <a:lnTo>
                  <a:pt x="762000" y="0"/>
                </a:lnTo>
                <a:lnTo>
                  <a:pt x="788670" y="80772"/>
                </a:lnTo>
                <a:lnTo>
                  <a:pt x="802386" y="67056"/>
                </a:lnTo>
                <a:lnTo>
                  <a:pt x="812292" y="57150"/>
                </a:lnTo>
                <a:lnTo>
                  <a:pt x="1543418" y="787539"/>
                </a:lnTo>
                <a:lnTo>
                  <a:pt x="1519428" y="811530"/>
                </a:lnTo>
                <a:lnTo>
                  <a:pt x="1559814" y="824865"/>
                </a:lnTo>
                <a:lnTo>
                  <a:pt x="1600200" y="838200"/>
                </a:lnTo>
                <a:close/>
              </a:path>
              <a:path extrusionOk="0" h="2057400" w="4876800">
                <a:moveTo>
                  <a:pt x="1604772" y="1066800"/>
                </a:moveTo>
                <a:lnTo>
                  <a:pt x="1603248" y="1062990"/>
                </a:lnTo>
                <a:lnTo>
                  <a:pt x="1600200" y="1062228"/>
                </a:lnTo>
                <a:lnTo>
                  <a:pt x="1596390" y="1063752"/>
                </a:lnTo>
                <a:lnTo>
                  <a:pt x="734225" y="1998332"/>
                </a:lnTo>
                <a:lnTo>
                  <a:pt x="709422" y="1975866"/>
                </a:lnTo>
                <a:lnTo>
                  <a:pt x="685800" y="2057400"/>
                </a:lnTo>
                <a:lnTo>
                  <a:pt x="723900" y="2042896"/>
                </a:lnTo>
                <a:lnTo>
                  <a:pt x="765810" y="2026920"/>
                </a:lnTo>
                <a:lnTo>
                  <a:pt x="741032" y="2004491"/>
                </a:lnTo>
                <a:lnTo>
                  <a:pt x="1604010" y="1069848"/>
                </a:lnTo>
                <a:lnTo>
                  <a:pt x="1604772" y="1066800"/>
                </a:lnTo>
                <a:close/>
              </a:path>
              <a:path extrusionOk="0" h="2057400" w="4876800">
                <a:moveTo>
                  <a:pt x="2366772" y="1067562"/>
                </a:moveTo>
                <a:lnTo>
                  <a:pt x="2366010" y="1063752"/>
                </a:lnTo>
                <a:lnTo>
                  <a:pt x="2362962" y="1062228"/>
                </a:lnTo>
                <a:lnTo>
                  <a:pt x="2359152" y="1062990"/>
                </a:lnTo>
                <a:lnTo>
                  <a:pt x="1199299" y="2005990"/>
                </a:lnTo>
                <a:lnTo>
                  <a:pt x="1178052" y="1979676"/>
                </a:lnTo>
                <a:lnTo>
                  <a:pt x="1143000" y="2057400"/>
                </a:lnTo>
                <a:lnTo>
                  <a:pt x="1187196" y="2047671"/>
                </a:lnTo>
                <a:lnTo>
                  <a:pt x="1226058" y="2039112"/>
                </a:lnTo>
                <a:lnTo>
                  <a:pt x="1205052" y="2013127"/>
                </a:lnTo>
                <a:lnTo>
                  <a:pt x="2365248" y="1070610"/>
                </a:lnTo>
                <a:lnTo>
                  <a:pt x="2366772" y="1067562"/>
                </a:lnTo>
                <a:close/>
              </a:path>
              <a:path extrusionOk="0" h="2057400" w="4876800">
                <a:moveTo>
                  <a:pt x="2438400" y="838200"/>
                </a:moveTo>
                <a:lnTo>
                  <a:pt x="2411730" y="757428"/>
                </a:lnTo>
                <a:lnTo>
                  <a:pt x="2387727" y="781431"/>
                </a:lnTo>
                <a:lnTo>
                  <a:pt x="1657337" y="50304"/>
                </a:lnTo>
                <a:lnTo>
                  <a:pt x="1680972" y="26670"/>
                </a:lnTo>
                <a:lnTo>
                  <a:pt x="1600200" y="0"/>
                </a:lnTo>
                <a:lnTo>
                  <a:pt x="1626870" y="80772"/>
                </a:lnTo>
                <a:lnTo>
                  <a:pt x="1640586" y="67056"/>
                </a:lnTo>
                <a:lnTo>
                  <a:pt x="1650492" y="57150"/>
                </a:lnTo>
                <a:lnTo>
                  <a:pt x="2381618" y="787539"/>
                </a:lnTo>
                <a:lnTo>
                  <a:pt x="2357628" y="811530"/>
                </a:lnTo>
                <a:lnTo>
                  <a:pt x="2398014" y="824865"/>
                </a:lnTo>
                <a:lnTo>
                  <a:pt x="2438400" y="838200"/>
                </a:lnTo>
                <a:close/>
              </a:path>
              <a:path extrusionOk="0" h="2057400" w="4876800">
                <a:moveTo>
                  <a:pt x="3128772" y="1067562"/>
                </a:moveTo>
                <a:lnTo>
                  <a:pt x="3128010" y="1063752"/>
                </a:lnTo>
                <a:lnTo>
                  <a:pt x="3124962" y="1062228"/>
                </a:lnTo>
                <a:lnTo>
                  <a:pt x="3121152" y="1062990"/>
                </a:lnTo>
                <a:lnTo>
                  <a:pt x="1886089" y="2007057"/>
                </a:lnTo>
                <a:lnTo>
                  <a:pt x="1866138" y="1981200"/>
                </a:lnTo>
                <a:lnTo>
                  <a:pt x="1828800" y="2057400"/>
                </a:lnTo>
                <a:lnTo>
                  <a:pt x="1874520" y="2048675"/>
                </a:lnTo>
                <a:lnTo>
                  <a:pt x="1912620" y="2041398"/>
                </a:lnTo>
                <a:lnTo>
                  <a:pt x="1892046" y="2014778"/>
                </a:lnTo>
                <a:lnTo>
                  <a:pt x="3127248" y="1070610"/>
                </a:lnTo>
                <a:lnTo>
                  <a:pt x="3128772" y="1067562"/>
                </a:lnTo>
                <a:close/>
              </a:path>
              <a:path extrusionOk="0" h="2057400" w="4876800">
                <a:moveTo>
                  <a:pt x="3276600" y="838200"/>
                </a:moveTo>
                <a:lnTo>
                  <a:pt x="3249930" y="757428"/>
                </a:lnTo>
                <a:lnTo>
                  <a:pt x="3225927" y="781431"/>
                </a:lnTo>
                <a:lnTo>
                  <a:pt x="2495537" y="50304"/>
                </a:lnTo>
                <a:lnTo>
                  <a:pt x="2519172" y="26670"/>
                </a:lnTo>
                <a:lnTo>
                  <a:pt x="2438400" y="0"/>
                </a:lnTo>
                <a:lnTo>
                  <a:pt x="2465070" y="80772"/>
                </a:lnTo>
                <a:lnTo>
                  <a:pt x="2478786" y="67056"/>
                </a:lnTo>
                <a:lnTo>
                  <a:pt x="2488692" y="57150"/>
                </a:lnTo>
                <a:lnTo>
                  <a:pt x="3219818" y="787539"/>
                </a:lnTo>
                <a:lnTo>
                  <a:pt x="3195828" y="811530"/>
                </a:lnTo>
                <a:lnTo>
                  <a:pt x="3236214" y="824865"/>
                </a:lnTo>
                <a:lnTo>
                  <a:pt x="3276600" y="838200"/>
                </a:lnTo>
                <a:close/>
              </a:path>
              <a:path extrusionOk="0" h="2057400" w="4876800">
                <a:moveTo>
                  <a:pt x="3890772" y="1067562"/>
                </a:moveTo>
                <a:lnTo>
                  <a:pt x="3890010" y="1063752"/>
                </a:lnTo>
                <a:lnTo>
                  <a:pt x="3886962" y="1062228"/>
                </a:lnTo>
                <a:lnTo>
                  <a:pt x="3883152" y="1062990"/>
                </a:lnTo>
                <a:lnTo>
                  <a:pt x="2498598" y="2010473"/>
                </a:lnTo>
                <a:lnTo>
                  <a:pt x="2479548" y="1982724"/>
                </a:lnTo>
                <a:lnTo>
                  <a:pt x="2438400" y="2057400"/>
                </a:lnTo>
                <a:lnTo>
                  <a:pt x="2486406" y="2050923"/>
                </a:lnTo>
                <a:lnTo>
                  <a:pt x="2522982" y="2045970"/>
                </a:lnTo>
                <a:lnTo>
                  <a:pt x="2503868" y="2018144"/>
                </a:lnTo>
                <a:lnTo>
                  <a:pt x="3889248" y="1070610"/>
                </a:lnTo>
                <a:lnTo>
                  <a:pt x="3890772" y="1067562"/>
                </a:lnTo>
                <a:close/>
              </a:path>
              <a:path extrusionOk="0" h="2057400" w="4876800">
                <a:moveTo>
                  <a:pt x="4114800" y="838200"/>
                </a:moveTo>
                <a:lnTo>
                  <a:pt x="4088130" y="757428"/>
                </a:lnTo>
                <a:lnTo>
                  <a:pt x="4064127" y="781431"/>
                </a:lnTo>
                <a:lnTo>
                  <a:pt x="3333737" y="50304"/>
                </a:lnTo>
                <a:lnTo>
                  <a:pt x="3357372" y="26670"/>
                </a:lnTo>
                <a:lnTo>
                  <a:pt x="3276600" y="0"/>
                </a:lnTo>
                <a:lnTo>
                  <a:pt x="3303270" y="80772"/>
                </a:lnTo>
                <a:lnTo>
                  <a:pt x="3316986" y="67056"/>
                </a:lnTo>
                <a:lnTo>
                  <a:pt x="3326892" y="57150"/>
                </a:lnTo>
                <a:lnTo>
                  <a:pt x="4058018" y="787539"/>
                </a:lnTo>
                <a:lnTo>
                  <a:pt x="4034028" y="811530"/>
                </a:lnTo>
                <a:lnTo>
                  <a:pt x="4074414" y="824865"/>
                </a:lnTo>
                <a:lnTo>
                  <a:pt x="4114800" y="838200"/>
                </a:lnTo>
                <a:close/>
              </a:path>
              <a:path extrusionOk="0" h="2057400" w="4876800">
                <a:moveTo>
                  <a:pt x="4652772" y="1067562"/>
                </a:moveTo>
                <a:lnTo>
                  <a:pt x="4652010" y="1063752"/>
                </a:lnTo>
                <a:lnTo>
                  <a:pt x="4648962" y="1062228"/>
                </a:lnTo>
                <a:lnTo>
                  <a:pt x="4645152" y="1062990"/>
                </a:lnTo>
                <a:lnTo>
                  <a:pt x="3335515" y="2008924"/>
                </a:lnTo>
                <a:lnTo>
                  <a:pt x="3316224" y="1981962"/>
                </a:lnTo>
                <a:lnTo>
                  <a:pt x="3276600" y="2057400"/>
                </a:lnTo>
                <a:lnTo>
                  <a:pt x="3323082" y="2049805"/>
                </a:lnTo>
                <a:lnTo>
                  <a:pt x="3360420" y="2043684"/>
                </a:lnTo>
                <a:lnTo>
                  <a:pt x="3340938" y="2016493"/>
                </a:lnTo>
                <a:lnTo>
                  <a:pt x="4651248" y="1070610"/>
                </a:lnTo>
                <a:lnTo>
                  <a:pt x="4652772" y="1067562"/>
                </a:lnTo>
                <a:close/>
              </a:path>
              <a:path extrusionOk="0" h="2057400" w="4876800">
                <a:moveTo>
                  <a:pt x="4876800" y="838200"/>
                </a:moveTo>
                <a:lnTo>
                  <a:pt x="4850130" y="757428"/>
                </a:lnTo>
                <a:lnTo>
                  <a:pt x="4826127" y="781431"/>
                </a:lnTo>
                <a:lnTo>
                  <a:pt x="4095737" y="50304"/>
                </a:lnTo>
                <a:lnTo>
                  <a:pt x="4119372" y="26670"/>
                </a:lnTo>
                <a:lnTo>
                  <a:pt x="4038600" y="0"/>
                </a:lnTo>
                <a:lnTo>
                  <a:pt x="4065270" y="80772"/>
                </a:lnTo>
                <a:lnTo>
                  <a:pt x="4078986" y="67056"/>
                </a:lnTo>
                <a:lnTo>
                  <a:pt x="4088892" y="57150"/>
                </a:lnTo>
                <a:lnTo>
                  <a:pt x="4820018" y="787539"/>
                </a:lnTo>
                <a:lnTo>
                  <a:pt x="4796028" y="811530"/>
                </a:lnTo>
                <a:lnTo>
                  <a:pt x="4836414" y="824865"/>
                </a:lnTo>
                <a:lnTo>
                  <a:pt x="4876800" y="83820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0" name="Google Shape;500;p22"/>
          <p:cNvSpPr txBox="1"/>
          <p:nvPr/>
        </p:nvSpPr>
        <p:spPr>
          <a:xfrm>
            <a:off x="445663" y="2104814"/>
            <a:ext cx="1299000" cy="321600"/>
          </a:xfrm>
          <a:prstGeom prst="rect">
            <a:avLst/>
          </a:prstGeom>
          <a:solidFill>
            <a:srgbClr val="FFCC99"/>
          </a:solidFill>
          <a:ln cap="flat" cmpd="sng" w="9525">
            <a:solidFill>
              <a:srgbClr val="000000"/>
            </a:solidFill>
            <a:prstDash val="solid"/>
            <a:round/>
            <a:headEnd len="sm" w="sm" type="none"/>
            <a:tailEnd len="sm" w="sm" type="none"/>
          </a:ln>
        </p:spPr>
        <p:txBody>
          <a:bodyPr anchorCtr="0" anchor="t" bIns="0" lIns="0" spcFirstLastPara="1" rIns="0" wrap="square" tIns="43950">
            <a:spAutoFit/>
          </a:bodyPr>
          <a:lstStyle/>
          <a:p>
            <a:pPr indent="0" lvl="0" marL="9681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Iteration 2</a:t>
            </a:r>
            <a:endParaRPr b="0" i="0" sz="1800" u="none" cap="none" strike="noStrike">
              <a:solidFill>
                <a:schemeClr val="dk1"/>
              </a:solidFill>
              <a:latin typeface="Arial"/>
              <a:ea typeface="Arial"/>
              <a:cs typeface="Arial"/>
              <a:sym typeface="Arial"/>
            </a:endParaRPr>
          </a:p>
        </p:txBody>
      </p:sp>
      <p:grpSp>
        <p:nvGrpSpPr>
          <p:cNvPr id="501" name="Google Shape;501;p22"/>
          <p:cNvGrpSpPr/>
          <p:nvPr/>
        </p:nvGrpSpPr>
        <p:grpSpPr>
          <a:xfrm>
            <a:off x="609600" y="533400"/>
            <a:ext cx="303213" cy="303213"/>
            <a:chOff x="703" y="300"/>
            <a:chExt cx="181" cy="181"/>
          </a:xfrm>
        </p:grpSpPr>
        <p:sp>
          <p:nvSpPr>
            <p:cNvPr id="502" name="Google Shape;502;p22"/>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3" name="Google Shape;503;p22"/>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4" name="Google Shape;504;p22"/>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5" name="Google Shape;505;p22"/>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6" name="Google Shape;506;p22"/>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07" name="Google Shape;507;p22"/>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08" name="Google Shape;508;p22"/>
          <p:cNvSpPr txBox="1"/>
          <p:nvPr/>
        </p:nvSpPr>
        <p:spPr>
          <a:xfrm>
            <a:off x="1066800" y="471647"/>
            <a:ext cx="7620000" cy="551100"/>
          </a:xfrm>
          <a:prstGeom prst="rect">
            <a:avLst/>
          </a:prstGeom>
          <a:noFill/>
          <a:ln>
            <a:noFill/>
          </a:ln>
        </p:spPr>
        <p:txBody>
          <a:bodyPr anchorCtr="0" anchor="ctr" bIns="0" lIns="0" spcFirstLastPara="1" rIns="0" wrap="square" tIns="12100">
            <a:spAutoFit/>
          </a:bodyPr>
          <a:lstStyle/>
          <a:p>
            <a:pPr indent="0" lvl="0" marL="0" rtl="0" algn="l">
              <a:spcBef>
                <a:spcPts val="0"/>
              </a:spcBef>
              <a:spcAft>
                <a:spcPts val="0"/>
              </a:spcAft>
              <a:buClr>
                <a:srgbClr val="024069"/>
              </a:buClr>
              <a:buSzPts val="4400"/>
              <a:buFont typeface="Arial"/>
              <a:buNone/>
            </a:pPr>
            <a:r>
              <a:rPr b="1" lang="en-US" sz="3500">
                <a:solidFill>
                  <a:schemeClr val="accent6"/>
                </a:solidFill>
                <a:latin typeface="Raleway"/>
                <a:ea typeface="Raleway"/>
                <a:cs typeface="Raleway"/>
                <a:sym typeface="Raleway"/>
              </a:rPr>
              <a:t>Step 2: FIND-S (Iteration-02)</a:t>
            </a:r>
            <a:endParaRPr b="1" i="0" sz="6500" u="none" cap="none" strike="noStrike">
              <a:solidFill>
                <a:schemeClr val="accent6"/>
              </a:solidFill>
              <a:latin typeface="Raleway"/>
              <a:ea typeface="Raleway"/>
              <a:cs typeface="Raleway"/>
              <a:sym typeface="Raleway"/>
            </a:endParaRPr>
          </a:p>
        </p:txBody>
      </p:sp>
      <p:pic>
        <p:nvPicPr>
          <p:cNvPr descr="C:\Users\Administrator\Desktop\Capture.PNG" id="509" name="Google Shape;509;p22"/>
          <p:cNvPicPr preferRelativeResize="0"/>
          <p:nvPr/>
        </p:nvPicPr>
        <p:blipFill rotWithShape="1">
          <a:blip r:embed="rId3">
            <a:alphaModFix/>
          </a:blip>
          <a:srcRect b="0" l="0" r="0" t="0"/>
          <a:stretch/>
        </p:blipFill>
        <p:spPr>
          <a:xfrm>
            <a:off x="1066800" y="4337150"/>
            <a:ext cx="7265649" cy="23350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500"/>
                                        <p:tgtEl>
                                          <p:spTgt spid="501"/>
                                        </p:tgtEl>
                                      </p:cBhvr>
                                    </p:animEffect>
                                  </p:childTnLst>
                                </p:cTn>
                              </p:par>
                              <p:par>
                                <p:cTn fill="hold" nodeType="withEffect" presetClass="emph" presetID="8" presetSubtype="0">
                                  <p:stCondLst>
                                    <p:cond delay="500"/>
                                  </p:stCondLst>
                                  <p:childTnLst>
                                    <p:animRot by="-21600000">
                                      <p:cBhvr>
                                        <p:cTn dur="500" fill="hold"/>
                                        <p:tgtEl>
                                          <p:spTgt spid="501"/>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23"/>
          <p:cNvSpPr txBox="1"/>
          <p:nvPr/>
        </p:nvSpPr>
        <p:spPr>
          <a:xfrm>
            <a:off x="465201" y="1991501"/>
            <a:ext cx="1299000" cy="321600"/>
          </a:xfrm>
          <a:prstGeom prst="rect">
            <a:avLst/>
          </a:prstGeom>
          <a:solidFill>
            <a:srgbClr val="FFCC99"/>
          </a:solidFill>
          <a:ln cap="flat" cmpd="sng" w="9525">
            <a:solidFill>
              <a:srgbClr val="000000"/>
            </a:solidFill>
            <a:prstDash val="solid"/>
            <a:round/>
            <a:headEnd len="sm" w="sm" type="none"/>
            <a:tailEnd len="sm" w="sm" type="none"/>
          </a:ln>
        </p:spPr>
        <p:txBody>
          <a:bodyPr anchorCtr="0" anchor="t" bIns="0" lIns="0" spcFirstLastPara="1" rIns="0" wrap="square" tIns="43950">
            <a:spAutoFit/>
          </a:bodyPr>
          <a:lstStyle/>
          <a:p>
            <a:pPr indent="0" lvl="0" marL="9681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Iteration 3</a:t>
            </a:r>
            <a:endParaRPr b="0" i="0" sz="1800" u="none" cap="none" strike="noStrike">
              <a:solidFill>
                <a:schemeClr val="dk1"/>
              </a:solidFill>
              <a:latin typeface="Arial"/>
              <a:ea typeface="Arial"/>
              <a:cs typeface="Arial"/>
              <a:sym typeface="Arial"/>
            </a:endParaRPr>
          </a:p>
        </p:txBody>
      </p:sp>
      <p:sp>
        <p:nvSpPr>
          <p:cNvPr id="515" name="Google Shape;515;p23"/>
          <p:cNvSpPr txBox="1"/>
          <p:nvPr/>
        </p:nvSpPr>
        <p:spPr>
          <a:xfrm>
            <a:off x="2146271" y="1991501"/>
            <a:ext cx="916800" cy="321600"/>
          </a:xfrm>
          <a:prstGeom prst="rect">
            <a:avLst/>
          </a:prstGeom>
          <a:solidFill>
            <a:srgbClr val="FFFF99"/>
          </a:solidFill>
          <a:ln cap="flat" cmpd="sng" w="9525">
            <a:solidFill>
              <a:srgbClr val="000000"/>
            </a:solidFill>
            <a:prstDash val="solid"/>
            <a:round/>
            <a:headEnd len="sm" w="sm" type="none"/>
            <a:tailEnd len="sm" w="sm" type="none"/>
          </a:ln>
        </p:spPr>
        <p:txBody>
          <a:bodyPr anchorCtr="0" anchor="t" bIns="0" lIns="0" spcFirstLastPara="1" rIns="0" wrap="square" tIns="43950">
            <a:spAutoFit/>
          </a:bodyPr>
          <a:lstStyle/>
          <a:p>
            <a:pPr indent="0" lvl="0" marL="9681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Ignore</a:t>
            </a:r>
            <a:endParaRPr b="0" i="0" sz="1800" u="none" cap="none" strike="noStrike">
              <a:solidFill>
                <a:schemeClr val="dk1"/>
              </a:solidFill>
              <a:latin typeface="Arial"/>
              <a:ea typeface="Arial"/>
              <a:cs typeface="Arial"/>
              <a:sym typeface="Arial"/>
            </a:endParaRPr>
          </a:p>
        </p:txBody>
      </p:sp>
      <p:sp>
        <p:nvSpPr>
          <p:cNvPr id="516" name="Google Shape;516;p23"/>
          <p:cNvSpPr txBox="1"/>
          <p:nvPr/>
        </p:nvSpPr>
        <p:spPr>
          <a:xfrm>
            <a:off x="3292454" y="1991501"/>
            <a:ext cx="5119500" cy="321600"/>
          </a:xfrm>
          <a:prstGeom prst="rect">
            <a:avLst/>
          </a:prstGeom>
          <a:solidFill>
            <a:srgbClr val="CCFFFF"/>
          </a:solidFill>
          <a:ln cap="flat" cmpd="sng" w="9525">
            <a:solidFill>
              <a:srgbClr val="000000"/>
            </a:solidFill>
            <a:prstDash val="solid"/>
            <a:round/>
            <a:headEnd len="sm" w="sm" type="none"/>
            <a:tailEnd len="sm" w="sm" type="none"/>
          </a:ln>
        </p:spPr>
        <p:txBody>
          <a:bodyPr anchorCtr="0" anchor="t" bIns="0" lIns="0" spcFirstLastPara="1" rIns="0" wrap="square" tIns="43950">
            <a:spAutoFit/>
          </a:bodyPr>
          <a:lstStyle/>
          <a:p>
            <a:pPr indent="0" lvl="0" marL="9681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h3 = &lt;Sunny, Warm, </a:t>
            </a:r>
            <a:r>
              <a:rPr b="1" i="0" lang="en-US" sz="1800" u="none" cap="none" strike="noStrike">
                <a:solidFill>
                  <a:srgbClr val="FF3300"/>
                </a:solidFill>
                <a:latin typeface="Arial"/>
                <a:ea typeface="Arial"/>
                <a:cs typeface="Arial"/>
                <a:sym typeface="Arial"/>
              </a:rPr>
              <a:t>?</a:t>
            </a:r>
            <a:r>
              <a:rPr b="1" i="0" lang="en-US" sz="1800" u="none" cap="none" strike="noStrike">
                <a:solidFill>
                  <a:schemeClr val="dk1"/>
                </a:solidFill>
                <a:latin typeface="Arial"/>
                <a:ea typeface="Arial"/>
                <a:cs typeface="Arial"/>
                <a:sym typeface="Arial"/>
              </a:rPr>
              <a:t>, Strong, Warm, Same&gt;</a:t>
            </a:r>
            <a:endParaRPr b="0" i="0" sz="1800" u="none" cap="none" strike="noStrike">
              <a:solidFill>
                <a:schemeClr val="dk1"/>
              </a:solidFill>
              <a:latin typeface="Arial"/>
              <a:ea typeface="Arial"/>
              <a:cs typeface="Arial"/>
              <a:sym typeface="Arial"/>
            </a:endParaRPr>
          </a:p>
        </p:txBody>
      </p:sp>
      <p:grpSp>
        <p:nvGrpSpPr>
          <p:cNvPr id="517" name="Google Shape;517;p23"/>
          <p:cNvGrpSpPr/>
          <p:nvPr/>
        </p:nvGrpSpPr>
        <p:grpSpPr>
          <a:xfrm>
            <a:off x="609600" y="533400"/>
            <a:ext cx="303213" cy="303213"/>
            <a:chOff x="703" y="300"/>
            <a:chExt cx="181" cy="181"/>
          </a:xfrm>
        </p:grpSpPr>
        <p:sp>
          <p:nvSpPr>
            <p:cNvPr id="518" name="Google Shape;518;p23"/>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9" name="Google Shape;519;p23"/>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0" name="Google Shape;520;p23"/>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1" name="Google Shape;521;p23"/>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2" name="Google Shape;522;p23"/>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23" name="Google Shape;523;p23"/>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24" name="Google Shape;524;p23"/>
          <p:cNvSpPr txBox="1"/>
          <p:nvPr/>
        </p:nvSpPr>
        <p:spPr>
          <a:xfrm>
            <a:off x="1066800" y="471647"/>
            <a:ext cx="7620000" cy="551100"/>
          </a:xfrm>
          <a:prstGeom prst="rect">
            <a:avLst/>
          </a:prstGeom>
          <a:noFill/>
          <a:ln>
            <a:noFill/>
          </a:ln>
        </p:spPr>
        <p:txBody>
          <a:bodyPr anchorCtr="0" anchor="t" bIns="0" lIns="0" spcFirstLastPara="1" rIns="0" wrap="square" tIns="12100">
            <a:spAutoFit/>
          </a:bodyPr>
          <a:lstStyle/>
          <a:p>
            <a:pPr indent="0" lvl="0" marL="12739" marR="0" rtl="0" algn="l">
              <a:lnSpc>
                <a:spcPct val="100000"/>
              </a:lnSpc>
              <a:spcBef>
                <a:spcPts val="0"/>
              </a:spcBef>
              <a:spcAft>
                <a:spcPts val="0"/>
              </a:spcAft>
              <a:buClr>
                <a:srgbClr val="024069"/>
              </a:buClr>
              <a:buSzPts val="4400"/>
              <a:buFont typeface="Arial"/>
              <a:buNone/>
            </a:pPr>
            <a:r>
              <a:rPr b="1" i="0" lang="en-US" sz="3500" u="none" cap="none" strike="noStrike">
                <a:solidFill>
                  <a:schemeClr val="accent6"/>
                </a:solidFill>
                <a:latin typeface="Raleway"/>
                <a:ea typeface="Raleway"/>
                <a:cs typeface="Raleway"/>
                <a:sym typeface="Raleway"/>
              </a:rPr>
              <a:t>Step 2: FIND-S (Iteration-03)</a:t>
            </a:r>
            <a:endParaRPr b="1" i="0" sz="3500" u="none" cap="none" strike="noStrike">
              <a:solidFill>
                <a:schemeClr val="accent6"/>
              </a:solidFill>
              <a:latin typeface="Raleway"/>
              <a:ea typeface="Raleway"/>
              <a:cs typeface="Raleway"/>
              <a:sym typeface="Raleway"/>
            </a:endParaRPr>
          </a:p>
        </p:txBody>
      </p:sp>
      <p:pic>
        <p:nvPicPr>
          <p:cNvPr descr="C:\Users\Administrator\Desktop\Capture.PNG" id="525" name="Google Shape;525;p23"/>
          <p:cNvPicPr preferRelativeResize="0"/>
          <p:nvPr/>
        </p:nvPicPr>
        <p:blipFill rotWithShape="1">
          <a:blip r:embed="rId3">
            <a:alphaModFix/>
          </a:blip>
          <a:srcRect b="0" l="0" r="0" t="0"/>
          <a:stretch/>
        </p:blipFill>
        <p:spPr>
          <a:xfrm>
            <a:off x="768200" y="3134400"/>
            <a:ext cx="7471300" cy="32943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500"/>
                                        <p:tgtEl>
                                          <p:spTgt spid="517"/>
                                        </p:tgtEl>
                                      </p:cBhvr>
                                    </p:animEffect>
                                  </p:childTnLst>
                                </p:cTn>
                              </p:par>
                              <p:par>
                                <p:cTn fill="hold" nodeType="withEffect" presetClass="emph" presetID="8" presetSubtype="0">
                                  <p:stCondLst>
                                    <p:cond delay="500"/>
                                  </p:stCondLst>
                                  <p:childTnLst>
                                    <p:animRot by="-21600000">
                                      <p:cBhvr>
                                        <p:cTn dur="500" fill="hold"/>
                                        <p:tgtEl>
                                          <p:spTgt spid="51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grpSp>
        <p:nvGrpSpPr>
          <p:cNvPr id="530" name="Google Shape;530;p24"/>
          <p:cNvGrpSpPr/>
          <p:nvPr/>
        </p:nvGrpSpPr>
        <p:grpSpPr>
          <a:xfrm>
            <a:off x="3196580" y="2511201"/>
            <a:ext cx="5807331" cy="377955"/>
            <a:chOff x="3187700" y="2501900"/>
            <a:chExt cx="5791200" cy="376555"/>
          </a:xfrm>
        </p:grpSpPr>
        <p:sp>
          <p:nvSpPr>
            <p:cNvPr id="531" name="Google Shape;531;p24"/>
            <p:cNvSpPr/>
            <p:nvPr/>
          </p:nvSpPr>
          <p:spPr>
            <a:xfrm>
              <a:off x="3187700" y="2501900"/>
              <a:ext cx="5791200" cy="376555"/>
            </a:xfrm>
            <a:custGeom>
              <a:rect b="b" l="l" r="r" t="t"/>
              <a:pathLst>
                <a:path extrusionOk="0" h="376555" w="5791200">
                  <a:moveTo>
                    <a:pt x="5791200" y="376427"/>
                  </a:moveTo>
                  <a:lnTo>
                    <a:pt x="5791200" y="0"/>
                  </a:lnTo>
                  <a:lnTo>
                    <a:pt x="0" y="0"/>
                  </a:lnTo>
                  <a:lnTo>
                    <a:pt x="0" y="376428"/>
                  </a:lnTo>
                  <a:lnTo>
                    <a:pt x="5791200" y="376427"/>
                  </a:lnTo>
                  <a:close/>
                </a:path>
              </a:pathLst>
            </a:custGeom>
            <a:solidFill>
              <a:srgbClr val="FFFF99"/>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2" name="Google Shape;532;p24"/>
            <p:cNvSpPr/>
            <p:nvPr/>
          </p:nvSpPr>
          <p:spPr>
            <a:xfrm>
              <a:off x="3187700" y="2501900"/>
              <a:ext cx="5791200" cy="376555"/>
            </a:xfrm>
            <a:custGeom>
              <a:rect b="b" l="l" r="r" t="t"/>
              <a:pathLst>
                <a:path extrusionOk="0" h="376555" w="5791200">
                  <a:moveTo>
                    <a:pt x="0" y="0"/>
                  </a:moveTo>
                  <a:lnTo>
                    <a:pt x="0" y="376428"/>
                  </a:lnTo>
                  <a:lnTo>
                    <a:pt x="5791200" y="376427"/>
                  </a:lnTo>
                  <a:lnTo>
                    <a:pt x="57912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33" name="Google Shape;533;p24"/>
          <p:cNvSpPr txBox="1"/>
          <p:nvPr/>
        </p:nvSpPr>
        <p:spPr>
          <a:xfrm>
            <a:off x="3280887" y="2542814"/>
            <a:ext cx="5508687" cy="300834"/>
          </a:xfrm>
          <a:prstGeom prst="rect">
            <a:avLst/>
          </a:prstGeom>
          <a:noFill/>
          <a:ln>
            <a:noFill/>
          </a:ln>
        </p:spPr>
        <p:txBody>
          <a:bodyPr anchorCtr="0" anchor="t" bIns="0" lIns="0" spcFirstLastPara="1" rIns="0" wrap="square" tIns="12725">
            <a:spAutoFit/>
          </a:bodyPr>
          <a:lstStyle/>
          <a:p>
            <a:pPr indent="0" lvl="0" marL="1273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x4 = &lt; Sunny, Warm, High, Strong, </a:t>
            </a:r>
            <a:r>
              <a:rPr b="1" i="0" lang="en-US" sz="1800" u="none" cap="none" strike="noStrike">
                <a:solidFill>
                  <a:srgbClr val="FF3300"/>
                </a:solidFill>
                <a:latin typeface="Arial"/>
                <a:ea typeface="Arial"/>
                <a:cs typeface="Arial"/>
                <a:sym typeface="Arial"/>
              </a:rPr>
              <a:t>Cool</a:t>
            </a:r>
            <a:r>
              <a:rPr b="1" i="0" lang="en-US" sz="1800" u="none" cap="none" strike="noStrike">
                <a:solidFill>
                  <a:schemeClr val="dk1"/>
                </a:solidFill>
                <a:latin typeface="Arial"/>
                <a:ea typeface="Arial"/>
                <a:cs typeface="Arial"/>
                <a:sym typeface="Arial"/>
              </a:rPr>
              <a:t>, </a:t>
            </a:r>
            <a:r>
              <a:rPr b="1" i="0" lang="en-US" sz="1800" u="none" cap="none" strike="noStrike">
                <a:solidFill>
                  <a:srgbClr val="FF3300"/>
                </a:solidFill>
                <a:latin typeface="Arial"/>
                <a:ea typeface="Arial"/>
                <a:cs typeface="Arial"/>
                <a:sym typeface="Arial"/>
              </a:rPr>
              <a:t>Change </a:t>
            </a:r>
            <a:r>
              <a:rPr b="1" i="0" lang="en-US" sz="1800" u="none" cap="none" strike="noStrike">
                <a:solidFill>
                  <a:schemeClr val="dk1"/>
                </a:solidFill>
                <a:latin typeface="Arial"/>
                <a:ea typeface="Arial"/>
                <a:cs typeface="Arial"/>
                <a:sym typeface="Arial"/>
              </a:rPr>
              <a:t>&gt;</a:t>
            </a:r>
            <a:endParaRPr b="0" i="0" sz="1800" u="none" cap="none" strike="noStrike">
              <a:solidFill>
                <a:schemeClr val="dk1"/>
              </a:solidFill>
              <a:latin typeface="Arial"/>
              <a:ea typeface="Arial"/>
              <a:cs typeface="Arial"/>
              <a:sym typeface="Arial"/>
            </a:endParaRPr>
          </a:p>
        </p:txBody>
      </p:sp>
      <p:grpSp>
        <p:nvGrpSpPr>
          <p:cNvPr id="534" name="Google Shape;534;p24"/>
          <p:cNvGrpSpPr/>
          <p:nvPr/>
        </p:nvGrpSpPr>
        <p:grpSpPr>
          <a:xfrm>
            <a:off x="1973983" y="3734934"/>
            <a:ext cx="4279086" cy="377955"/>
            <a:chOff x="1968500" y="3721100"/>
            <a:chExt cx="4267200" cy="376555"/>
          </a:xfrm>
        </p:grpSpPr>
        <p:sp>
          <p:nvSpPr>
            <p:cNvPr id="535" name="Google Shape;535;p24"/>
            <p:cNvSpPr/>
            <p:nvPr/>
          </p:nvSpPr>
          <p:spPr>
            <a:xfrm>
              <a:off x="1968500" y="3721100"/>
              <a:ext cx="4267200" cy="376555"/>
            </a:xfrm>
            <a:custGeom>
              <a:rect b="b" l="l" r="r" t="t"/>
              <a:pathLst>
                <a:path extrusionOk="0" h="376554" w="4267200">
                  <a:moveTo>
                    <a:pt x="4267200" y="376427"/>
                  </a:moveTo>
                  <a:lnTo>
                    <a:pt x="4267200" y="0"/>
                  </a:lnTo>
                  <a:lnTo>
                    <a:pt x="0" y="0"/>
                  </a:lnTo>
                  <a:lnTo>
                    <a:pt x="0" y="376428"/>
                  </a:lnTo>
                  <a:lnTo>
                    <a:pt x="4267200" y="376427"/>
                  </a:lnTo>
                  <a:close/>
                </a:path>
              </a:pathLst>
            </a:custGeom>
            <a:solidFill>
              <a:srgbClr val="CC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36" name="Google Shape;536;p24"/>
            <p:cNvSpPr/>
            <p:nvPr/>
          </p:nvSpPr>
          <p:spPr>
            <a:xfrm>
              <a:off x="1968500" y="3721100"/>
              <a:ext cx="4267200" cy="376555"/>
            </a:xfrm>
            <a:custGeom>
              <a:rect b="b" l="l" r="r" t="t"/>
              <a:pathLst>
                <a:path extrusionOk="0" h="376554" w="4267200">
                  <a:moveTo>
                    <a:pt x="0" y="0"/>
                  </a:moveTo>
                  <a:lnTo>
                    <a:pt x="0" y="376428"/>
                  </a:lnTo>
                  <a:lnTo>
                    <a:pt x="4267200" y="376427"/>
                  </a:lnTo>
                  <a:lnTo>
                    <a:pt x="42672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37" name="Google Shape;537;p24"/>
          <p:cNvSpPr txBox="1"/>
          <p:nvPr/>
        </p:nvSpPr>
        <p:spPr>
          <a:xfrm>
            <a:off x="2058291" y="3766545"/>
            <a:ext cx="3954334" cy="300834"/>
          </a:xfrm>
          <a:prstGeom prst="rect">
            <a:avLst/>
          </a:prstGeom>
          <a:noFill/>
          <a:ln>
            <a:noFill/>
          </a:ln>
        </p:spPr>
        <p:txBody>
          <a:bodyPr anchorCtr="0" anchor="t" bIns="0" lIns="0" spcFirstLastPara="1" rIns="0" wrap="square" tIns="12725">
            <a:spAutoFit/>
          </a:bodyPr>
          <a:lstStyle/>
          <a:p>
            <a:pPr indent="0" lvl="0" marL="1273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h4 = &lt;Sunny, Warm, </a:t>
            </a:r>
            <a:r>
              <a:rPr b="1" i="0" lang="en-US" sz="1800" u="none" cap="none" strike="noStrike">
                <a:solidFill>
                  <a:srgbClr val="FF3300"/>
                </a:solidFill>
                <a:latin typeface="Arial"/>
                <a:ea typeface="Arial"/>
                <a:cs typeface="Arial"/>
                <a:sym typeface="Arial"/>
              </a:rPr>
              <a:t>?</a:t>
            </a:r>
            <a:r>
              <a:rPr b="1" i="0" lang="en-US" sz="1800" u="none" cap="none" strike="noStrike">
                <a:solidFill>
                  <a:schemeClr val="dk1"/>
                </a:solidFill>
                <a:latin typeface="Arial"/>
                <a:ea typeface="Arial"/>
                <a:cs typeface="Arial"/>
                <a:sym typeface="Arial"/>
              </a:rPr>
              <a:t>, Strong, </a:t>
            </a:r>
            <a:r>
              <a:rPr b="1" i="0" lang="en-US" sz="1800" u="none" cap="none" strike="noStrike">
                <a:solidFill>
                  <a:srgbClr val="FF3300"/>
                </a:solidFill>
                <a:latin typeface="Arial"/>
                <a:ea typeface="Arial"/>
                <a:cs typeface="Arial"/>
                <a:sym typeface="Arial"/>
              </a:rPr>
              <a:t>?</a:t>
            </a:r>
            <a:r>
              <a:rPr b="1" i="0" lang="en-US" sz="1800" u="none" cap="none" strike="noStrike">
                <a:solidFill>
                  <a:schemeClr val="dk1"/>
                </a:solidFill>
                <a:latin typeface="Arial"/>
                <a:ea typeface="Arial"/>
                <a:cs typeface="Arial"/>
                <a:sym typeface="Arial"/>
              </a:rPr>
              <a:t>, </a:t>
            </a:r>
            <a:r>
              <a:rPr b="1" i="0" lang="en-US" sz="1800" u="none" cap="none" strike="noStrike">
                <a:solidFill>
                  <a:srgbClr val="FF3300"/>
                </a:solidFill>
                <a:latin typeface="Arial"/>
                <a:ea typeface="Arial"/>
                <a:cs typeface="Arial"/>
                <a:sym typeface="Arial"/>
              </a:rPr>
              <a:t>?</a:t>
            </a:r>
            <a:r>
              <a:rPr b="1" i="0" lang="en-US" sz="1800" u="none" cap="none" strike="noStrike">
                <a:solidFill>
                  <a:schemeClr val="dk1"/>
                </a:solidFill>
                <a:latin typeface="Arial"/>
                <a:ea typeface="Arial"/>
                <a:cs typeface="Arial"/>
                <a:sym typeface="Arial"/>
              </a:rPr>
              <a:t>&gt;</a:t>
            </a:r>
            <a:endParaRPr b="0" i="0" sz="1800" u="none" cap="none" strike="noStrike">
              <a:solidFill>
                <a:schemeClr val="dk1"/>
              </a:solidFill>
              <a:latin typeface="Arial"/>
              <a:ea typeface="Arial"/>
              <a:cs typeface="Arial"/>
              <a:sym typeface="Arial"/>
            </a:endParaRPr>
          </a:p>
        </p:txBody>
      </p:sp>
      <p:grpSp>
        <p:nvGrpSpPr>
          <p:cNvPr id="538" name="Google Shape;538;p24"/>
          <p:cNvGrpSpPr/>
          <p:nvPr/>
        </p:nvGrpSpPr>
        <p:grpSpPr>
          <a:xfrm>
            <a:off x="2126808" y="1440435"/>
            <a:ext cx="5578094" cy="2218015"/>
            <a:chOff x="2120900" y="1435100"/>
            <a:chExt cx="5562600" cy="2209800"/>
          </a:xfrm>
        </p:grpSpPr>
        <p:sp>
          <p:nvSpPr>
            <p:cNvPr id="539" name="Google Shape;539;p24"/>
            <p:cNvSpPr/>
            <p:nvPr/>
          </p:nvSpPr>
          <p:spPr>
            <a:xfrm>
              <a:off x="3073400" y="1816100"/>
              <a:ext cx="76200" cy="1828800"/>
            </a:xfrm>
            <a:custGeom>
              <a:rect b="b" l="l" r="r" t="t"/>
              <a:pathLst>
                <a:path extrusionOk="0" h="1828800" w="76200">
                  <a:moveTo>
                    <a:pt x="76200" y="76199"/>
                  </a:moveTo>
                  <a:lnTo>
                    <a:pt x="38100" y="0"/>
                  </a:lnTo>
                  <a:lnTo>
                    <a:pt x="0" y="76199"/>
                  </a:lnTo>
                  <a:lnTo>
                    <a:pt x="33527" y="76199"/>
                  </a:lnTo>
                  <a:lnTo>
                    <a:pt x="33527" y="63245"/>
                  </a:lnTo>
                  <a:lnTo>
                    <a:pt x="35051" y="60197"/>
                  </a:lnTo>
                  <a:lnTo>
                    <a:pt x="38100" y="58673"/>
                  </a:lnTo>
                  <a:lnTo>
                    <a:pt x="41148" y="60197"/>
                  </a:lnTo>
                  <a:lnTo>
                    <a:pt x="42672" y="63245"/>
                  </a:lnTo>
                  <a:lnTo>
                    <a:pt x="42672" y="76199"/>
                  </a:lnTo>
                  <a:lnTo>
                    <a:pt x="76200" y="76199"/>
                  </a:lnTo>
                  <a:close/>
                </a:path>
                <a:path extrusionOk="0" h="1828800" w="76200">
                  <a:moveTo>
                    <a:pt x="76200" y="1752600"/>
                  </a:moveTo>
                  <a:lnTo>
                    <a:pt x="0" y="1752600"/>
                  </a:lnTo>
                  <a:lnTo>
                    <a:pt x="33527" y="1819655"/>
                  </a:lnTo>
                  <a:lnTo>
                    <a:pt x="33527" y="1765553"/>
                  </a:lnTo>
                  <a:lnTo>
                    <a:pt x="35051" y="1768602"/>
                  </a:lnTo>
                  <a:lnTo>
                    <a:pt x="38100" y="1770126"/>
                  </a:lnTo>
                  <a:lnTo>
                    <a:pt x="41148" y="1768602"/>
                  </a:lnTo>
                  <a:lnTo>
                    <a:pt x="42672" y="1765553"/>
                  </a:lnTo>
                  <a:lnTo>
                    <a:pt x="42672" y="1819655"/>
                  </a:lnTo>
                  <a:lnTo>
                    <a:pt x="76200" y="1752600"/>
                  </a:lnTo>
                  <a:close/>
                </a:path>
                <a:path extrusionOk="0" h="1828800" w="76200">
                  <a:moveTo>
                    <a:pt x="42672" y="76199"/>
                  </a:moveTo>
                  <a:lnTo>
                    <a:pt x="42672" y="63245"/>
                  </a:lnTo>
                  <a:lnTo>
                    <a:pt x="41148" y="60197"/>
                  </a:lnTo>
                  <a:lnTo>
                    <a:pt x="38100" y="58673"/>
                  </a:lnTo>
                  <a:lnTo>
                    <a:pt x="35051" y="60197"/>
                  </a:lnTo>
                  <a:lnTo>
                    <a:pt x="33527" y="63245"/>
                  </a:lnTo>
                  <a:lnTo>
                    <a:pt x="33527" y="76199"/>
                  </a:lnTo>
                  <a:lnTo>
                    <a:pt x="42672" y="76199"/>
                  </a:lnTo>
                  <a:close/>
                </a:path>
                <a:path extrusionOk="0" h="1828800" w="76200">
                  <a:moveTo>
                    <a:pt x="42672" y="1752600"/>
                  </a:moveTo>
                  <a:lnTo>
                    <a:pt x="42672" y="76199"/>
                  </a:lnTo>
                  <a:lnTo>
                    <a:pt x="33527" y="76199"/>
                  </a:lnTo>
                  <a:lnTo>
                    <a:pt x="33527" y="1752600"/>
                  </a:lnTo>
                  <a:lnTo>
                    <a:pt x="42672" y="1752600"/>
                  </a:lnTo>
                  <a:close/>
                </a:path>
                <a:path extrusionOk="0" h="1828800" w="76200">
                  <a:moveTo>
                    <a:pt x="42672" y="1819655"/>
                  </a:moveTo>
                  <a:lnTo>
                    <a:pt x="42672" y="1765553"/>
                  </a:lnTo>
                  <a:lnTo>
                    <a:pt x="41148" y="1768602"/>
                  </a:lnTo>
                  <a:lnTo>
                    <a:pt x="38100" y="1770126"/>
                  </a:lnTo>
                  <a:lnTo>
                    <a:pt x="35051" y="1768602"/>
                  </a:lnTo>
                  <a:lnTo>
                    <a:pt x="33527" y="1765553"/>
                  </a:lnTo>
                  <a:lnTo>
                    <a:pt x="33527" y="1819655"/>
                  </a:lnTo>
                  <a:lnTo>
                    <a:pt x="38100" y="1828800"/>
                  </a:lnTo>
                  <a:lnTo>
                    <a:pt x="42672" y="18196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0" name="Google Shape;540;p24"/>
            <p:cNvSpPr/>
            <p:nvPr/>
          </p:nvSpPr>
          <p:spPr>
            <a:xfrm>
              <a:off x="2120900" y="1435100"/>
              <a:ext cx="5562600" cy="376555"/>
            </a:xfrm>
            <a:custGeom>
              <a:rect b="b" l="l" r="r" t="t"/>
              <a:pathLst>
                <a:path extrusionOk="0" h="376555" w="5562600">
                  <a:moveTo>
                    <a:pt x="5562600" y="376427"/>
                  </a:moveTo>
                  <a:lnTo>
                    <a:pt x="5562600" y="0"/>
                  </a:lnTo>
                  <a:lnTo>
                    <a:pt x="0" y="0"/>
                  </a:lnTo>
                  <a:lnTo>
                    <a:pt x="0" y="376427"/>
                  </a:lnTo>
                  <a:lnTo>
                    <a:pt x="5562600" y="376427"/>
                  </a:lnTo>
                  <a:close/>
                </a:path>
              </a:pathLst>
            </a:custGeom>
            <a:solidFill>
              <a:srgbClr val="CCFFC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1" name="Google Shape;541;p24"/>
            <p:cNvSpPr/>
            <p:nvPr/>
          </p:nvSpPr>
          <p:spPr>
            <a:xfrm>
              <a:off x="2120900" y="1435100"/>
              <a:ext cx="5562600" cy="376555"/>
            </a:xfrm>
            <a:custGeom>
              <a:rect b="b" l="l" r="r" t="t"/>
              <a:pathLst>
                <a:path extrusionOk="0" h="376555" w="5562600">
                  <a:moveTo>
                    <a:pt x="0" y="0"/>
                  </a:moveTo>
                  <a:lnTo>
                    <a:pt x="0" y="376427"/>
                  </a:lnTo>
                  <a:lnTo>
                    <a:pt x="5562600" y="376427"/>
                  </a:lnTo>
                  <a:lnTo>
                    <a:pt x="5562600" y="0"/>
                  </a:lnTo>
                  <a:lnTo>
                    <a:pt x="0" y="0"/>
                  </a:lnTo>
                  <a:close/>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42" name="Google Shape;542;p24"/>
          <p:cNvSpPr txBox="1"/>
          <p:nvPr>
            <p:ph type="title"/>
          </p:nvPr>
        </p:nvSpPr>
        <p:spPr>
          <a:xfrm>
            <a:off x="2211115" y="1472048"/>
            <a:ext cx="5050800" cy="289800"/>
          </a:xfrm>
          <a:prstGeom prst="rect">
            <a:avLst/>
          </a:prstGeom>
          <a:noFill/>
          <a:ln>
            <a:noFill/>
          </a:ln>
        </p:spPr>
        <p:txBody>
          <a:bodyPr anchorCtr="0" anchor="ctr" bIns="0" lIns="0" spcFirstLastPara="1" rIns="0" wrap="square" tIns="12725">
            <a:spAutoFit/>
          </a:bodyPr>
          <a:lstStyle/>
          <a:p>
            <a:pPr indent="0" lvl="0" marL="12739" rtl="0" algn="l">
              <a:lnSpc>
                <a:spcPct val="100000"/>
              </a:lnSpc>
              <a:spcBef>
                <a:spcPts val="0"/>
              </a:spcBef>
              <a:spcAft>
                <a:spcPts val="0"/>
              </a:spcAft>
              <a:buSzPts val="1400"/>
              <a:buNone/>
            </a:pPr>
            <a:r>
              <a:rPr lang="en-US" sz="1800"/>
              <a:t>h3 = &lt; Sunny, Warm, ?, Strong, </a:t>
            </a:r>
            <a:r>
              <a:rPr lang="en-US" sz="1800">
                <a:solidFill>
                  <a:srgbClr val="FF3300"/>
                </a:solidFill>
              </a:rPr>
              <a:t>Warm</a:t>
            </a:r>
            <a:r>
              <a:rPr lang="en-US" sz="1800"/>
              <a:t>, </a:t>
            </a:r>
            <a:r>
              <a:rPr lang="en-US" sz="1800">
                <a:solidFill>
                  <a:srgbClr val="FF3300"/>
                </a:solidFill>
              </a:rPr>
              <a:t>Same </a:t>
            </a:r>
            <a:r>
              <a:rPr lang="en-US" sz="1800"/>
              <a:t>&gt;</a:t>
            </a:r>
            <a:endParaRPr sz="1800"/>
          </a:p>
        </p:txBody>
      </p:sp>
      <p:sp>
        <p:nvSpPr>
          <p:cNvPr id="543" name="Google Shape;543;p24"/>
          <p:cNvSpPr/>
          <p:nvPr/>
        </p:nvSpPr>
        <p:spPr>
          <a:xfrm>
            <a:off x="3272992" y="1746367"/>
            <a:ext cx="4890384" cy="2141532"/>
          </a:xfrm>
          <a:custGeom>
            <a:rect b="b" l="l" r="r" t="t"/>
            <a:pathLst>
              <a:path extrusionOk="0" h="2133600" w="4876800">
                <a:moveTo>
                  <a:pt x="838200" y="838200"/>
                </a:moveTo>
                <a:lnTo>
                  <a:pt x="811530" y="757428"/>
                </a:lnTo>
                <a:lnTo>
                  <a:pt x="787527" y="781431"/>
                </a:lnTo>
                <a:lnTo>
                  <a:pt x="57137" y="50304"/>
                </a:lnTo>
                <a:lnTo>
                  <a:pt x="80772" y="26670"/>
                </a:lnTo>
                <a:lnTo>
                  <a:pt x="0" y="0"/>
                </a:lnTo>
                <a:lnTo>
                  <a:pt x="26670" y="80772"/>
                </a:lnTo>
                <a:lnTo>
                  <a:pt x="40386" y="67056"/>
                </a:lnTo>
                <a:lnTo>
                  <a:pt x="50292" y="57150"/>
                </a:lnTo>
                <a:lnTo>
                  <a:pt x="781418" y="787539"/>
                </a:lnTo>
                <a:lnTo>
                  <a:pt x="757428" y="811530"/>
                </a:lnTo>
                <a:lnTo>
                  <a:pt x="797814" y="824865"/>
                </a:lnTo>
                <a:lnTo>
                  <a:pt x="838200" y="838200"/>
                </a:lnTo>
                <a:close/>
              </a:path>
              <a:path extrusionOk="0" h="2133600" w="4876800">
                <a:moveTo>
                  <a:pt x="918972" y="1066800"/>
                </a:moveTo>
                <a:lnTo>
                  <a:pt x="917448" y="1062990"/>
                </a:lnTo>
                <a:lnTo>
                  <a:pt x="914400" y="1062228"/>
                </a:lnTo>
                <a:lnTo>
                  <a:pt x="910590" y="1063752"/>
                </a:lnTo>
                <a:lnTo>
                  <a:pt x="48425" y="1998332"/>
                </a:lnTo>
                <a:lnTo>
                  <a:pt x="23622" y="1975866"/>
                </a:lnTo>
                <a:lnTo>
                  <a:pt x="0" y="2057400"/>
                </a:lnTo>
                <a:lnTo>
                  <a:pt x="38100" y="2042896"/>
                </a:lnTo>
                <a:lnTo>
                  <a:pt x="80010" y="2026920"/>
                </a:lnTo>
                <a:lnTo>
                  <a:pt x="55232" y="2004491"/>
                </a:lnTo>
                <a:lnTo>
                  <a:pt x="918210" y="1069848"/>
                </a:lnTo>
                <a:lnTo>
                  <a:pt x="918972" y="1066800"/>
                </a:lnTo>
                <a:close/>
              </a:path>
              <a:path extrusionOk="0" h="2133600" w="4876800">
                <a:moveTo>
                  <a:pt x="1600200" y="838200"/>
                </a:moveTo>
                <a:lnTo>
                  <a:pt x="1573530" y="757428"/>
                </a:lnTo>
                <a:lnTo>
                  <a:pt x="1549527" y="781431"/>
                </a:lnTo>
                <a:lnTo>
                  <a:pt x="819137" y="50304"/>
                </a:lnTo>
                <a:lnTo>
                  <a:pt x="842772" y="26670"/>
                </a:lnTo>
                <a:lnTo>
                  <a:pt x="762000" y="0"/>
                </a:lnTo>
                <a:lnTo>
                  <a:pt x="788670" y="80772"/>
                </a:lnTo>
                <a:lnTo>
                  <a:pt x="802386" y="67056"/>
                </a:lnTo>
                <a:lnTo>
                  <a:pt x="812292" y="57150"/>
                </a:lnTo>
                <a:lnTo>
                  <a:pt x="1543418" y="787539"/>
                </a:lnTo>
                <a:lnTo>
                  <a:pt x="1519428" y="811530"/>
                </a:lnTo>
                <a:lnTo>
                  <a:pt x="1559814" y="824865"/>
                </a:lnTo>
                <a:lnTo>
                  <a:pt x="1600200" y="838200"/>
                </a:lnTo>
                <a:close/>
              </a:path>
              <a:path extrusionOk="0" h="2133600" w="4876800">
                <a:moveTo>
                  <a:pt x="1604772" y="1066800"/>
                </a:moveTo>
                <a:lnTo>
                  <a:pt x="1603248" y="1062990"/>
                </a:lnTo>
                <a:lnTo>
                  <a:pt x="1600200" y="1062228"/>
                </a:lnTo>
                <a:lnTo>
                  <a:pt x="1596390" y="1063752"/>
                </a:lnTo>
                <a:lnTo>
                  <a:pt x="734225" y="1998332"/>
                </a:lnTo>
                <a:lnTo>
                  <a:pt x="709422" y="1975866"/>
                </a:lnTo>
                <a:lnTo>
                  <a:pt x="685800" y="2057400"/>
                </a:lnTo>
                <a:lnTo>
                  <a:pt x="723900" y="2042896"/>
                </a:lnTo>
                <a:lnTo>
                  <a:pt x="765810" y="2026920"/>
                </a:lnTo>
                <a:lnTo>
                  <a:pt x="741032" y="2004491"/>
                </a:lnTo>
                <a:lnTo>
                  <a:pt x="1604010" y="1069848"/>
                </a:lnTo>
                <a:lnTo>
                  <a:pt x="1604772" y="1066800"/>
                </a:lnTo>
                <a:close/>
              </a:path>
              <a:path extrusionOk="0" h="2133600" w="4876800">
                <a:moveTo>
                  <a:pt x="2366772" y="1067562"/>
                </a:moveTo>
                <a:lnTo>
                  <a:pt x="2366010" y="1063752"/>
                </a:lnTo>
                <a:lnTo>
                  <a:pt x="2362962" y="1062228"/>
                </a:lnTo>
                <a:lnTo>
                  <a:pt x="2359152" y="1062990"/>
                </a:lnTo>
                <a:lnTo>
                  <a:pt x="1199299" y="2005990"/>
                </a:lnTo>
                <a:lnTo>
                  <a:pt x="1178052" y="1979676"/>
                </a:lnTo>
                <a:lnTo>
                  <a:pt x="1143000" y="2057400"/>
                </a:lnTo>
                <a:lnTo>
                  <a:pt x="1187196" y="2047671"/>
                </a:lnTo>
                <a:lnTo>
                  <a:pt x="1226058" y="2039112"/>
                </a:lnTo>
                <a:lnTo>
                  <a:pt x="1205052" y="2013127"/>
                </a:lnTo>
                <a:lnTo>
                  <a:pt x="2365248" y="1070610"/>
                </a:lnTo>
                <a:lnTo>
                  <a:pt x="2366772" y="1067562"/>
                </a:lnTo>
                <a:close/>
              </a:path>
              <a:path extrusionOk="0" h="2133600" w="4876800">
                <a:moveTo>
                  <a:pt x="2438400" y="838200"/>
                </a:moveTo>
                <a:lnTo>
                  <a:pt x="2401824" y="761238"/>
                </a:lnTo>
                <a:lnTo>
                  <a:pt x="2381097" y="787641"/>
                </a:lnTo>
                <a:lnTo>
                  <a:pt x="1434249" y="43738"/>
                </a:lnTo>
                <a:lnTo>
                  <a:pt x="1455420" y="16764"/>
                </a:lnTo>
                <a:lnTo>
                  <a:pt x="1371600" y="0"/>
                </a:lnTo>
                <a:lnTo>
                  <a:pt x="1408176" y="76962"/>
                </a:lnTo>
                <a:lnTo>
                  <a:pt x="1416558" y="66294"/>
                </a:lnTo>
                <a:lnTo>
                  <a:pt x="1428889" y="50571"/>
                </a:lnTo>
                <a:lnTo>
                  <a:pt x="2375738" y="794473"/>
                </a:lnTo>
                <a:lnTo>
                  <a:pt x="2354580" y="821436"/>
                </a:lnTo>
                <a:lnTo>
                  <a:pt x="2393442" y="829208"/>
                </a:lnTo>
                <a:lnTo>
                  <a:pt x="2438400" y="838200"/>
                </a:lnTo>
                <a:close/>
              </a:path>
              <a:path extrusionOk="0" h="2133600" w="4876800">
                <a:moveTo>
                  <a:pt x="3128772" y="1067562"/>
                </a:moveTo>
                <a:lnTo>
                  <a:pt x="3128010" y="1063752"/>
                </a:lnTo>
                <a:lnTo>
                  <a:pt x="3124962" y="1062228"/>
                </a:lnTo>
                <a:lnTo>
                  <a:pt x="3121152" y="1062990"/>
                </a:lnTo>
                <a:lnTo>
                  <a:pt x="1736598" y="2010473"/>
                </a:lnTo>
                <a:lnTo>
                  <a:pt x="1717548" y="1982724"/>
                </a:lnTo>
                <a:lnTo>
                  <a:pt x="1676400" y="2057400"/>
                </a:lnTo>
                <a:lnTo>
                  <a:pt x="1724406" y="2050923"/>
                </a:lnTo>
                <a:lnTo>
                  <a:pt x="1760982" y="2045970"/>
                </a:lnTo>
                <a:lnTo>
                  <a:pt x="1741868" y="2018144"/>
                </a:lnTo>
                <a:lnTo>
                  <a:pt x="3127248" y="1070610"/>
                </a:lnTo>
                <a:lnTo>
                  <a:pt x="3128772" y="1067562"/>
                </a:lnTo>
                <a:close/>
              </a:path>
              <a:path extrusionOk="0" h="2133600" w="4876800">
                <a:moveTo>
                  <a:pt x="3276600" y="838200"/>
                </a:moveTo>
                <a:lnTo>
                  <a:pt x="3233166" y="765048"/>
                </a:lnTo>
                <a:lnTo>
                  <a:pt x="3215348" y="792759"/>
                </a:lnTo>
                <a:lnTo>
                  <a:pt x="2047582" y="37452"/>
                </a:lnTo>
                <a:lnTo>
                  <a:pt x="2065782" y="9144"/>
                </a:lnTo>
                <a:lnTo>
                  <a:pt x="1981200" y="0"/>
                </a:lnTo>
                <a:lnTo>
                  <a:pt x="2024634" y="73152"/>
                </a:lnTo>
                <a:lnTo>
                  <a:pt x="2029968" y="64858"/>
                </a:lnTo>
                <a:lnTo>
                  <a:pt x="2042439" y="45453"/>
                </a:lnTo>
                <a:lnTo>
                  <a:pt x="3210204" y="800760"/>
                </a:lnTo>
                <a:lnTo>
                  <a:pt x="3192018" y="829056"/>
                </a:lnTo>
                <a:lnTo>
                  <a:pt x="3227832" y="832929"/>
                </a:lnTo>
                <a:lnTo>
                  <a:pt x="3276600" y="838200"/>
                </a:lnTo>
                <a:close/>
              </a:path>
              <a:path extrusionOk="0" h="2133600" w="4876800">
                <a:moveTo>
                  <a:pt x="3890772" y="1067562"/>
                </a:moveTo>
                <a:lnTo>
                  <a:pt x="3890010" y="1064514"/>
                </a:lnTo>
                <a:lnTo>
                  <a:pt x="3886962" y="1062228"/>
                </a:lnTo>
                <a:lnTo>
                  <a:pt x="3883914" y="1062990"/>
                </a:lnTo>
                <a:lnTo>
                  <a:pt x="2271738" y="2088578"/>
                </a:lnTo>
                <a:lnTo>
                  <a:pt x="2253996" y="2060448"/>
                </a:lnTo>
                <a:lnTo>
                  <a:pt x="2209800" y="2133600"/>
                </a:lnTo>
                <a:lnTo>
                  <a:pt x="2258568" y="2128329"/>
                </a:lnTo>
                <a:lnTo>
                  <a:pt x="2294382" y="2124456"/>
                </a:lnTo>
                <a:lnTo>
                  <a:pt x="2277033" y="2096973"/>
                </a:lnTo>
                <a:lnTo>
                  <a:pt x="3888486" y="1070610"/>
                </a:lnTo>
                <a:lnTo>
                  <a:pt x="3890772" y="1067562"/>
                </a:lnTo>
                <a:close/>
              </a:path>
              <a:path extrusionOk="0" h="2133600" w="4876800">
                <a:moveTo>
                  <a:pt x="4114800" y="838200"/>
                </a:moveTo>
                <a:lnTo>
                  <a:pt x="4071366" y="765048"/>
                </a:lnTo>
                <a:lnTo>
                  <a:pt x="4053548" y="792759"/>
                </a:lnTo>
                <a:lnTo>
                  <a:pt x="2885783" y="37452"/>
                </a:lnTo>
                <a:lnTo>
                  <a:pt x="2903969" y="9144"/>
                </a:lnTo>
                <a:lnTo>
                  <a:pt x="2819400" y="0"/>
                </a:lnTo>
                <a:lnTo>
                  <a:pt x="2862821" y="73152"/>
                </a:lnTo>
                <a:lnTo>
                  <a:pt x="2868168" y="64858"/>
                </a:lnTo>
                <a:lnTo>
                  <a:pt x="2880639" y="45453"/>
                </a:lnTo>
                <a:lnTo>
                  <a:pt x="4048404" y="800760"/>
                </a:lnTo>
                <a:lnTo>
                  <a:pt x="4030218" y="829056"/>
                </a:lnTo>
                <a:lnTo>
                  <a:pt x="4066032" y="832929"/>
                </a:lnTo>
                <a:lnTo>
                  <a:pt x="4114800" y="838200"/>
                </a:lnTo>
                <a:close/>
              </a:path>
              <a:path extrusionOk="0" h="2133600" w="4876800">
                <a:moveTo>
                  <a:pt x="4652772" y="1064514"/>
                </a:moveTo>
                <a:lnTo>
                  <a:pt x="4649724" y="1062228"/>
                </a:lnTo>
                <a:lnTo>
                  <a:pt x="4645914" y="1062228"/>
                </a:lnTo>
                <a:lnTo>
                  <a:pt x="2580563" y="2095284"/>
                </a:lnTo>
                <a:lnTo>
                  <a:pt x="2565654" y="2065782"/>
                </a:lnTo>
                <a:lnTo>
                  <a:pt x="2514600" y="2133600"/>
                </a:lnTo>
                <a:lnTo>
                  <a:pt x="2567178" y="2133600"/>
                </a:lnTo>
                <a:lnTo>
                  <a:pt x="2599944" y="2133600"/>
                </a:lnTo>
                <a:lnTo>
                  <a:pt x="2584716" y="2103501"/>
                </a:lnTo>
                <a:lnTo>
                  <a:pt x="4650486" y="1071372"/>
                </a:lnTo>
                <a:lnTo>
                  <a:pt x="4652772" y="1068324"/>
                </a:lnTo>
                <a:lnTo>
                  <a:pt x="4652772" y="1064514"/>
                </a:lnTo>
                <a:close/>
              </a:path>
              <a:path extrusionOk="0" h="2133600" w="4876800">
                <a:moveTo>
                  <a:pt x="4876800" y="838200"/>
                </a:moveTo>
                <a:lnTo>
                  <a:pt x="4835652" y="763524"/>
                </a:lnTo>
                <a:lnTo>
                  <a:pt x="4816602" y="791248"/>
                </a:lnTo>
                <a:lnTo>
                  <a:pt x="3723043" y="39293"/>
                </a:lnTo>
                <a:lnTo>
                  <a:pt x="3742182" y="11430"/>
                </a:lnTo>
                <a:lnTo>
                  <a:pt x="3657600" y="0"/>
                </a:lnTo>
                <a:lnTo>
                  <a:pt x="3698748" y="74676"/>
                </a:lnTo>
                <a:lnTo>
                  <a:pt x="3705606" y="64693"/>
                </a:lnTo>
                <a:lnTo>
                  <a:pt x="3717785" y="46964"/>
                </a:lnTo>
                <a:lnTo>
                  <a:pt x="4811344" y="798918"/>
                </a:lnTo>
                <a:lnTo>
                  <a:pt x="4792218" y="826770"/>
                </a:lnTo>
                <a:lnTo>
                  <a:pt x="4828794" y="831723"/>
                </a:lnTo>
                <a:lnTo>
                  <a:pt x="4876800" y="83820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4" name="Google Shape;544;p24"/>
          <p:cNvSpPr txBox="1"/>
          <p:nvPr/>
        </p:nvSpPr>
        <p:spPr>
          <a:xfrm>
            <a:off x="445738" y="2128785"/>
            <a:ext cx="1299008" cy="321379"/>
          </a:xfrm>
          <a:prstGeom prst="rect">
            <a:avLst/>
          </a:prstGeom>
          <a:solidFill>
            <a:srgbClr val="FFCC99"/>
          </a:solidFill>
          <a:ln cap="flat" cmpd="sng" w="9525">
            <a:solidFill>
              <a:srgbClr val="000000"/>
            </a:solidFill>
            <a:prstDash val="solid"/>
            <a:round/>
            <a:headEnd len="sm" w="sm" type="none"/>
            <a:tailEnd len="sm" w="sm" type="none"/>
          </a:ln>
        </p:spPr>
        <p:txBody>
          <a:bodyPr anchorCtr="0" anchor="t" bIns="0" lIns="0" spcFirstLastPara="1" rIns="0" wrap="square" tIns="43950">
            <a:spAutoFit/>
          </a:bodyPr>
          <a:lstStyle/>
          <a:p>
            <a:pPr indent="0" lvl="0" marL="9681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Iteration 4</a:t>
            </a:r>
            <a:endParaRPr b="0" i="0" sz="1800" u="none" cap="none" strike="noStrike">
              <a:solidFill>
                <a:schemeClr val="dk1"/>
              </a:solidFill>
              <a:latin typeface="Arial"/>
              <a:ea typeface="Arial"/>
              <a:cs typeface="Arial"/>
              <a:sym typeface="Arial"/>
            </a:endParaRPr>
          </a:p>
        </p:txBody>
      </p:sp>
      <p:sp>
        <p:nvSpPr>
          <p:cNvPr id="545" name="Google Shape;545;p24"/>
          <p:cNvSpPr txBox="1"/>
          <p:nvPr/>
        </p:nvSpPr>
        <p:spPr>
          <a:xfrm>
            <a:off x="525453" y="3303057"/>
            <a:ext cx="713181" cy="300834"/>
          </a:xfrm>
          <a:prstGeom prst="rect">
            <a:avLst/>
          </a:prstGeom>
          <a:noFill/>
          <a:ln>
            <a:noFill/>
          </a:ln>
        </p:spPr>
        <p:txBody>
          <a:bodyPr anchorCtr="0" anchor="t" bIns="0" lIns="0" spcFirstLastPara="1" rIns="0" wrap="square" tIns="12725">
            <a:spAutoFit/>
          </a:bodyPr>
          <a:lstStyle/>
          <a:p>
            <a:pPr indent="0" lvl="0" marL="1273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Step 3</a:t>
            </a:r>
            <a:endParaRPr b="0" i="0" sz="1800" u="none" cap="none" strike="noStrike">
              <a:solidFill>
                <a:schemeClr val="dk1"/>
              </a:solidFill>
              <a:latin typeface="Arial"/>
              <a:ea typeface="Arial"/>
              <a:cs typeface="Arial"/>
              <a:sym typeface="Arial"/>
            </a:endParaRPr>
          </a:p>
        </p:txBody>
      </p:sp>
      <p:sp>
        <p:nvSpPr>
          <p:cNvPr id="546" name="Google Shape;546;p24"/>
          <p:cNvSpPr txBox="1"/>
          <p:nvPr/>
        </p:nvSpPr>
        <p:spPr>
          <a:xfrm>
            <a:off x="369326" y="3734934"/>
            <a:ext cx="1299008" cy="321379"/>
          </a:xfrm>
          <a:prstGeom prst="rect">
            <a:avLst/>
          </a:prstGeom>
          <a:solidFill>
            <a:srgbClr val="FFCC99"/>
          </a:solidFill>
          <a:ln cap="flat" cmpd="sng" w="9525">
            <a:solidFill>
              <a:srgbClr val="000000"/>
            </a:solidFill>
            <a:prstDash val="solid"/>
            <a:round/>
            <a:headEnd len="sm" w="sm" type="none"/>
            <a:tailEnd len="sm" w="sm" type="none"/>
          </a:ln>
        </p:spPr>
        <p:txBody>
          <a:bodyPr anchorCtr="0" anchor="t" bIns="0" lIns="0" spcFirstLastPara="1" rIns="0" wrap="square" tIns="43950">
            <a:spAutoFit/>
          </a:bodyPr>
          <a:lstStyle/>
          <a:p>
            <a:pPr indent="0" lvl="0" marL="96819"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Arial"/>
                <a:ea typeface="Arial"/>
                <a:cs typeface="Arial"/>
                <a:sym typeface="Arial"/>
              </a:rPr>
              <a:t>Output</a:t>
            </a:r>
            <a:endParaRPr b="0" i="0" sz="1800" u="none" cap="none" strike="noStrike">
              <a:solidFill>
                <a:schemeClr val="dk1"/>
              </a:solidFill>
              <a:latin typeface="Arial"/>
              <a:ea typeface="Arial"/>
              <a:cs typeface="Arial"/>
              <a:sym typeface="Arial"/>
            </a:endParaRPr>
          </a:p>
        </p:txBody>
      </p:sp>
      <p:grpSp>
        <p:nvGrpSpPr>
          <p:cNvPr id="547" name="Google Shape;547;p24"/>
          <p:cNvGrpSpPr/>
          <p:nvPr/>
        </p:nvGrpSpPr>
        <p:grpSpPr>
          <a:xfrm>
            <a:off x="609600" y="533400"/>
            <a:ext cx="303213" cy="303213"/>
            <a:chOff x="703" y="300"/>
            <a:chExt cx="181" cy="181"/>
          </a:xfrm>
        </p:grpSpPr>
        <p:sp>
          <p:nvSpPr>
            <p:cNvPr id="548" name="Google Shape;548;p24"/>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49" name="Google Shape;549;p24"/>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0" name="Google Shape;550;p24"/>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1" name="Google Shape;551;p24"/>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2" name="Google Shape;552;p24"/>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3" name="Google Shape;553;p24"/>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54" name="Google Shape;554;p24"/>
          <p:cNvSpPr txBox="1"/>
          <p:nvPr/>
        </p:nvSpPr>
        <p:spPr>
          <a:xfrm>
            <a:off x="1066800" y="471647"/>
            <a:ext cx="7620000" cy="551100"/>
          </a:xfrm>
          <a:prstGeom prst="rect">
            <a:avLst/>
          </a:prstGeom>
          <a:noFill/>
          <a:ln>
            <a:noFill/>
          </a:ln>
        </p:spPr>
        <p:txBody>
          <a:bodyPr anchorCtr="0" anchor="ctr" bIns="0" lIns="0" spcFirstLastPara="1" rIns="0" wrap="square" tIns="12100">
            <a:spAutoFit/>
          </a:bodyPr>
          <a:lstStyle/>
          <a:p>
            <a:pPr indent="0" lvl="0" marL="0" rtl="0" algn="l">
              <a:spcBef>
                <a:spcPts val="0"/>
              </a:spcBef>
              <a:spcAft>
                <a:spcPts val="0"/>
              </a:spcAft>
              <a:buClr>
                <a:srgbClr val="024069"/>
              </a:buClr>
              <a:buSzPts val="4400"/>
              <a:buFont typeface="Arial"/>
              <a:buNone/>
            </a:pPr>
            <a:r>
              <a:rPr b="1" lang="en-US" sz="3500">
                <a:solidFill>
                  <a:schemeClr val="accent6"/>
                </a:solidFill>
                <a:latin typeface="Raleway"/>
                <a:ea typeface="Raleway"/>
                <a:cs typeface="Raleway"/>
                <a:sym typeface="Raleway"/>
              </a:rPr>
              <a:t>Step 2: FIND-S (Iteration-04)</a:t>
            </a:r>
            <a:endParaRPr b="1" i="0" sz="3500" u="none" cap="none" strike="noStrike">
              <a:solidFill>
                <a:schemeClr val="accent6"/>
              </a:solidFill>
              <a:latin typeface="Raleway"/>
              <a:ea typeface="Raleway"/>
              <a:cs typeface="Raleway"/>
              <a:sym typeface="Raleway"/>
            </a:endParaRPr>
          </a:p>
        </p:txBody>
      </p:sp>
      <p:pic>
        <p:nvPicPr>
          <p:cNvPr descr="C:\Users\Administrator\Desktop\Capture.PNG" id="555" name="Google Shape;555;p24"/>
          <p:cNvPicPr preferRelativeResize="0"/>
          <p:nvPr/>
        </p:nvPicPr>
        <p:blipFill rotWithShape="1">
          <a:blip r:embed="rId3">
            <a:alphaModFix/>
          </a:blip>
          <a:srcRect b="0" l="0" r="0" t="0"/>
          <a:stretch/>
        </p:blipFill>
        <p:spPr>
          <a:xfrm>
            <a:off x="964775" y="4230050"/>
            <a:ext cx="6297600" cy="2330575"/>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500"/>
                                        <p:tgtEl>
                                          <p:spTgt spid="547"/>
                                        </p:tgtEl>
                                      </p:cBhvr>
                                    </p:animEffect>
                                  </p:childTnLst>
                                </p:cTn>
                              </p:par>
                              <p:par>
                                <p:cTn fill="hold" nodeType="withEffect" presetClass="emph" presetID="8" presetSubtype="0">
                                  <p:stCondLst>
                                    <p:cond delay="500"/>
                                  </p:stCondLst>
                                  <p:childTnLst>
                                    <p:animRot by="-21600000">
                                      <p:cBhvr>
                                        <p:cTn dur="500" fill="hold"/>
                                        <p:tgtEl>
                                          <p:spTgt spid="547"/>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25"/>
          <p:cNvSpPr txBox="1"/>
          <p:nvPr>
            <p:ph type="title"/>
          </p:nvPr>
        </p:nvSpPr>
        <p:spPr>
          <a:xfrm>
            <a:off x="990600" y="228600"/>
            <a:ext cx="7651750" cy="114300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Limitation of Find-S</a:t>
            </a:r>
            <a:endParaRPr sz="4000">
              <a:solidFill>
                <a:schemeClr val="accent6"/>
              </a:solidFill>
            </a:endParaRPr>
          </a:p>
        </p:txBody>
      </p:sp>
      <p:sp>
        <p:nvSpPr>
          <p:cNvPr id="562" name="Google Shape;562;p25"/>
          <p:cNvSpPr txBox="1"/>
          <p:nvPr>
            <p:ph idx="1" type="body"/>
          </p:nvPr>
        </p:nvSpPr>
        <p:spPr>
          <a:xfrm>
            <a:off x="457200" y="1295399"/>
            <a:ext cx="83820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2400"/>
              <a:buFont typeface="Arial"/>
              <a:buChar char="•"/>
            </a:pPr>
            <a:r>
              <a:rPr lang="en-US" sz="2400"/>
              <a:t>There's no way to determine if the only final hypothesis (found by Find-S) is consistent with the data or if there are more hypotheses that are consistent with data.</a:t>
            </a:r>
            <a:endParaRPr/>
          </a:p>
          <a:p>
            <a:pPr indent="-342900" lvl="0" marL="342900" rtl="0" algn="l">
              <a:lnSpc>
                <a:spcPct val="100000"/>
              </a:lnSpc>
              <a:spcBef>
                <a:spcPts val="480"/>
              </a:spcBef>
              <a:spcAft>
                <a:spcPts val="0"/>
              </a:spcAft>
              <a:buClr>
                <a:schemeClr val="dk1"/>
              </a:buClr>
              <a:buSzPts val="2400"/>
              <a:buFont typeface="Arial"/>
              <a:buChar char="•"/>
            </a:pPr>
            <a:r>
              <a:rPr lang="en-US" sz="2400"/>
              <a:t>Inconsistent sets of training examples can mislead the Find-S algorithm, as it ignores negative data samples. An algorithm that can detect inconsistency of training data is better.</a:t>
            </a:r>
            <a:endParaRPr/>
          </a:p>
          <a:p>
            <a:pPr indent="-342900" lvl="0" marL="342900" rtl="0" algn="l">
              <a:lnSpc>
                <a:spcPct val="100000"/>
              </a:lnSpc>
              <a:spcBef>
                <a:spcPts val="480"/>
              </a:spcBef>
              <a:spcAft>
                <a:spcPts val="0"/>
              </a:spcAft>
              <a:buClr>
                <a:schemeClr val="dk1"/>
              </a:buClr>
              <a:buSzPts val="2400"/>
              <a:buFont typeface="Arial"/>
              <a:buChar char="•"/>
            </a:pPr>
            <a:r>
              <a:rPr lang="en-US" sz="2400"/>
              <a:t>A good concept learning algorithm should be able to backtrack the choice of hypothesis found so that the resulting hypothesis can be improved over time. Unfortunately, Find-S provides no such method.</a:t>
            </a:r>
            <a:endParaRPr/>
          </a:p>
          <a:p>
            <a:pPr indent="-190500" lvl="0" marL="342900" rtl="0" algn="l">
              <a:lnSpc>
                <a:spcPct val="100000"/>
              </a:lnSpc>
              <a:spcBef>
                <a:spcPts val="480"/>
              </a:spcBef>
              <a:spcAft>
                <a:spcPts val="0"/>
              </a:spcAft>
              <a:buClr>
                <a:schemeClr val="dk1"/>
              </a:buClr>
              <a:buSzPts val="2400"/>
              <a:buFont typeface="Arial"/>
              <a:buNone/>
            </a:pPr>
            <a:r>
              <a:t/>
            </a:r>
            <a:endParaRPr sz="2400"/>
          </a:p>
        </p:txBody>
      </p:sp>
      <p:grpSp>
        <p:nvGrpSpPr>
          <p:cNvPr id="563" name="Google Shape;563;p25"/>
          <p:cNvGrpSpPr/>
          <p:nvPr/>
        </p:nvGrpSpPr>
        <p:grpSpPr>
          <a:xfrm>
            <a:off x="609600" y="533400"/>
            <a:ext cx="303213" cy="303213"/>
            <a:chOff x="703" y="300"/>
            <a:chExt cx="181" cy="181"/>
          </a:xfrm>
        </p:grpSpPr>
        <p:sp>
          <p:nvSpPr>
            <p:cNvPr id="564" name="Google Shape;564;p2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5" name="Google Shape;565;p2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6" name="Google Shape;566;p2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7" name="Google Shape;567;p2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8" name="Google Shape;568;p2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69" name="Google Shape;569;p2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70" name="Google Shape;570;p25"/>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63"/>
                                        </p:tgtEl>
                                        <p:attrNameLst>
                                          <p:attrName>style.visibility</p:attrName>
                                        </p:attrNameLst>
                                      </p:cBhvr>
                                      <p:to>
                                        <p:strVal val="visible"/>
                                      </p:to>
                                    </p:set>
                                    <p:animEffect filter="fade" transition="in">
                                      <p:cBhvr>
                                        <p:cTn dur="500"/>
                                        <p:tgtEl>
                                          <p:spTgt spid="563"/>
                                        </p:tgtEl>
                                      </p:cBhvr>
                                    </p:animEffect>
                                  </p:childTnLst>
                                </p:cTn>
                              </p:par>
                              <p:par>
                                <p:cTn fill="hold" nodeType="withEffect" presetClass="emph" presetID="8" presetSubtype="0">
                                  <p:stCondLst>
                                    <p:cond delay="500"/>
                                  </p:stCondLst>
                                  <p:childTnLst>
                                    <p:animRot by="-21600000">
                                      <p:cBhvr>
                                        <p:cTn dur="500" fill="hold"/>
                                        <p:tgtEl>
                                          <p:spTgt spid="563"/>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g1fa8ae45168_0_115"/>
          <p:cNvSpPr txBox="1"/>
          <p:nvPr>
            <p:ph type="title"/>
          </p:nvPr>
        </p:nvSpPr>
        <p:spPr>
          <a:xfrm>
            <a:off x="990600" y="228600"/>
            <a:ext cx="7651800" cy="11430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sz="4000">
                <a:solidFill>
                  <a:schemeClr val="accent6"/>
                </a:solidFill>
              </a:rPr>
              <a:t>Example</a:t>
            </a:r>
            <a:endParaRPr sz="4000">
              <a:solidFill>
                <a:schemeClr val="accent6"/>
              </a:solidFill>
            </a:endParaRPr>
          </a:p>
        </p:txBody>
      </p:sp>
      <p:sp>
        <p:nvSpPr>
          <p:cNvPr id="577" name="Google Shape;577;g1fa8ae45168_0_115"/>
          <p:cNvSpPr txBox="1"/>
          <p:nvPr>
            <p:ph idx="1" type="body"/>
          </p:nvPr>
        </p:nvSpPr>
        <p:spPr>
          <a:xfrm>
            <a:off x="457200" y="1295399"/>
            <a:ext cx="8382000" cy="4495800"/>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360"/>
              </a:spcBef>
              <a:spcAft>
                <a:spcPts val="0"/>
              </a:spcAft>
              <a:buSzPts val="2200"/>
              <a:buChar char="•"/>
            </a:pPr>
            <a:r>
              <a:rPr lang="en-US" sz="2200"/>
              <a:t>Considering an example if a person goes to a movie or not based on 4 binary features with 2 values (true or false) possible:</a:t>
            </a:r>
            <a:endParaRPr sz="2200"/>
          </a:p>
          <a:p>
            <a:pPr indent="0" lvl="0" marL="342900" rtl="0" algn="l">
              <a:lnSpc>
                <a:spcPct val="100000"/>
              </a:lnSpc>
              <a:spcBef>
                <a:spcPts val="360"/>
              </a:spcBef>
              <a:spcAft>
                <a:spcPts val="0"/>
              </a:spcAft>
              <a:buSzPts val="1800"/>
              <a:buNone/>
            </a:pPr>
            <a:r>
              <a:rPr lang="en-US" sz="2200"/>
              <a:t>1. Has Money -&gt; &lt;true, false&gt;</a:t>
            </a:r>
            <a:endParaRPr sz="2200"/>
          </a:p>
          <a:p>
            <a:pPr indent="0" lvl="0" marL="342900" rtl="0" algn="l">
              <a:lnSpc>
                <a:spcPct val="100000"/>
              </a:lnSpc>
              <a:spcBef>
                <a:spcPts val="360"/>
              </a:spcBef>
              <a:spcAft>
                <a:spcPts val="0"/>
              </a:spcAft>
              <a:buSzPts val="1800"/>
              <a:buNone/>
            </a:pPr>
            <a:r>
              <a:rPr lang="en-US" sz="2200"/>
              <a:t>2. Has Free Time -&gt; &lt;true, false&gt;</a:t>
            </a:r>
            <a:endParaRPr sz="2200"/>
          </a:p>
          <a:p>
            <a:pPr indent="0" lvl="0" marL="342900" rtl="0" algn="l">
              <a:lnSpc>
                <a:spcPct val="100000"/>
              </a:lnSpc>
              <a:spcBef>
                <a:spcPts val="360"/>
              </a:spcBef>
              <a:spcAft>
                <a:spcPts val="0"/>
              </a:spcAft>
              <a:buSzPts val="1800"/>
              <a:buNone/>
            </a:pPr>
            <a:r>
              <a:rPr lang="en-US" sz="2200"/>
              <a:t>3. It’s a Holiday -&gt; &lt;true, false&gt;</a:t>
            </a:r>
            <a:endParaRPr sz="2200"/>
          </a:p>
          <a:p>
            <a:pPr indent="0" lvl="0" marL="342900" rtl="0" algn="l">
              <a:lnSpc>
                <a:spcPct val="100000"/>
              </a:lnSpc>
              <a:spcBef>
                <a:spcPts val="360"/>
              </a:spcBef>
              <a:spcAft>
                <a:spcPts val="0"/>
              </a:spcAft>
              <a:buSzPts val="1800"/>
              <a:buNone/>
            </a:pPr>
            <a:r>
              <a:rPr lang="en-US" sz="2200"/>
              <a:t>4. Has Pending work -&gt; &lt;true, false&gt;</a:t>
            </a:r>
            <a:endParaRPr sz="2200"/>
          </a:p>
          <a:p>
            <a:pPr indent="-342900" lvl="0" marL="342900" rtl="0" algn="l">
              <a:lnSpc>
                <a:spcPct val="100000"/>
              </a:lnSpc>
              <a:spcBef>
                <a:spcPts val="360"/>
              </a:spcBef>
              <a:spcAft>
                <a:spcPts val="0"/>
              </a:spcAft>
              <a:buSzPts val="2200"/>
              <a:buChar char="•"/>
            </a:pPr>
            <a:r>
              <a:rPr lang="en-US" sz="2200"/>
              <a:t>And training data we have with two data objects as positive samples and one as negative:</a:t>
            </a:r>
            <a:endParaRPr sz="2200"/>
          </a:p>
          <a:p>
            <a:pPr indent="0" lvl="0" marL="342900" rtl="0" algn="l">
              <a:lnSpc>
                <a:spcPct val="100000"/>
              </a:lnSpc>
              <a:spcBef>
                <a:spcPts val="360"/>
              </a:spcBef>
              <a:spcAft>
                <a:spcPts val="0"/>
              </a:spcAft>
              <a:buSzPts val="1800"/>
              <a:buNone/>
            </a:pPr>
            <a:r>
              <a:rPr lang="en-US" sz="2200"/>
              <a:t>x1: &lt;true, true, false, false&gt; : +ve</a:t>
            </a:r>
            <a:endParaRPr sz="2200"/>
          </a:p>
          <a:p>
            <a:pPr indent="0" lvl="0" marL="342900" rtl="0" algn="l">
              <a:lnSpc>
                <a:spcPct val="100000"/>
              </a:lnSpc>
              <a:spcBef>
                <a:spcPts val="360"/>
              </a:spcBef>
              <a:spcAft>
                <a:spcPts val="0"/>
              </a:spcAft>
              <a:buSzPts val="1800"/>
              <a:buNone/>
            </a:pPr>
            <a:r>
              <a:rPr lang="en-US" sz="2200"/>
              <a:t>x2: &lt;true, false, false, true&gt; : +ve</a:t>
            </a:r>
            <a:endParaRPr sz="2200"/>
          </a:p>
          <a:p>
            <a:pPr indent="0" lvl="0" marL="342900" rtl="0" algn="l">
              <a:lnSpc>
                <a:spcPct val="100000"/>
              </a:lnSpc>
              <a:spcBef>
                <a:spcPts val="360"/>
              </a:spcBef>
              <a:spcAft>
                <a:spcPts val="0"/>
              </a:spcAft>
              <a:buSzPts val="1800"/>
              <a:buNone/>
            </a:pPr>
            <a:r>
              <a:rPr lang="en-US" sz="2200"/>
              <a:t>x3: &lt;true, false, false, true&gt; : -ve</a:t>
            </a:r>
            <a:endParaRPr sz="2200"/>
          </a:p>
          <a:p>
            <a:pPr indent="-342900" lvl="0" marL="342900" rtl="0" algn="l">
              <a:lnSpc>
                <a:spcPct val="100000"/>
              </a:lnSpc>
              <a:spcBef>
                <a:spcPts val="360"/>
              </a:spcBef>
              <a:spcAft>
                <a:spcPts val="0"/>
              </a:spcAft>
              <a:buSzPts val="2400"/>
              <a:buChar char="•"/>
            </a:pPr>
            <a:r>
              <a:t/>
            </a:r>
            <a:endParaRPr sz="2400"/>
          </a:p>
        </p:txBody>
      </p:sp>
      <p:grpSp>
        <p:nvGrpSpPr>
          <p:cNvPr id="578" name="Google Shape;578;g1fa8ae45168_0_115"/>
          <p:cNvGrpSpPr/>
          <p:nvPr/>
        </p:nvGrpSpPr>
        <p:grpSpPr>
          <a:xfrm>
            <a:off x="609600" y="533400"/>
            <a:ext cx="303246" cy="303397"/>
            <a:chOff x="703" y="300"/>
            <a:chExt cx="181" cy="181"/>
          </a:xfrm>
        </p:grpSpPr>
        <p:sp>
          <p:nvSpPr>
            <p:cNvPr id="579" name="Google Shape;579;g1fa8ae45168_0_115"/>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0" name="Google Shape;580;g1fa8ae45168_0_115"/>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1" name="Google Shape;581;g1fa8ae45168_0_115"/>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2" name="Google Shape;582;g1fa8ae45168_0_115"/>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3" name="Google Shape;583;g1fa8ae45168_0_115"/>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84" name="Google Shape;584;g1fa8ae45168_0_115"/>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585" name="Google Shape;585;g1fa8ae45168_0_115"/>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500"/>
                                        <p:tgtEl>
                                          <p:spTgt spid="578"/>
                                        </p:tgtEl>
                                      </p:cBhvr>
                                    </p:animEffect>
                                  </p:childTnLst>
                                </p:cTn>
                              </p:par>
                              <p:par>
                                <p:cTn fill="hold" nodeType="withEffect" presetClass="emph" presetID="8" presetSubtype="0">
                                  <p:stCondLst>
                                    <p:cond delay="500"/>
                                  </p:stCondLst>
                                  <p:childTnLst>
                                    <p:animRot by="-21600000">
                                      <p:cBhvr>
                                        <p:cTn dur="500" fill="hold"/>
                                        <p:tgtEl>
                                          <p:spTgt spid="578"/>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2fe82c25fbd_0_0"/>
          <p:cNvSpPr txBox="1"/>
          <p:nvPr>
            <p:ph type="title"/>
          </p:nvPr>
        </p:nvSpPr>
        <p:spPr>
          <a:xfrm>
            <a:off x="457200" y="333825"/>
            <a:ext cx="8218500" cy="9144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US">
                <a:solidFill>
                  <a:schemeClr val="accent6"/>
                </a:solidFill>
              </a:rPr>
              <a:t>Task: Apply Find-S Algorithm to find out the final hypothesis </a:t>
            </a:r>
            <a:endParaRPr>
              <a:solidFill>
                <a:schemeClr val="accent6"/>
              </a:solidFill>
            </a:endParaRPr>
          </a:p>
        </p:txBody>
      </p:sp>
      <p:sp>
        <p:nvSpPr>
          <p:cNvPr id="592" name="Google Shape;592;g2fe82c25fbd_0_0"/>
          <p:cNvSpPr txBox="1"/>
          <p:nvPr>
            <p:ph idx="12" type="sldNum"/>
          </p:nvPr>
        </p:nvSpPr>
        <p:spPr>
          <a:xfrm>
            <a:off x="533400" y="6248400"/>
            <a:ext cx="2133600" cy="4764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pic>
        <p:nvPicPr>
          <p:cNvPr id="593" name="Google Shape;593;g2fe82c25fbd_0_0"/>
          <p:cNvPicPr preferRelativeResize="0"/>
          <p:nvPr/>
        </p:nvPicPr>
        <p:blipFill rotWithShape="1">
          <a:blip r:embed="rId3">
            <a:alphaModFix/>
          </a:blip>
          <a:srcRect b="0" l="0" r="0" t="0"/>
          <a:stretch/>
        </p:blipFill>
        <p:spPr>
          <a:xfrm>
            <a:off x="457200" y="1661875"/>
            <a:ext cx="8305800" cy="26093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26"/>
          <p:cNvSpPr txBox="1"/>
          <p:nvPr>
            <p:ph idx="1" type="body"/>
          </p:nvPr>
        </p:nvSpPr>
        <p:spPr>
          <a:xfrm>
            <a:off x="457200" y="1295399"/>
            <a:ext cx="8229600" cy="4495801"/>
          </a:xfrm>
          <a:prstGeom prst="rect">
            <a:avLst/>
          </a:prstGeom>
          <a:noFill/>
          <a:ln>
            <a:noFill/>
          </a:ln>
        </p:spPr>
        <p:txBody>
          <a:bodyPr anchorCtr="0" anchor="t" bIns="45700" lIns="91425" spcFirstLastPara="1" rIns="91425" wrap="square" tIns="45700">
            <a:noAutofit/>
          </a:bodyPr>
          <a:lstStyle/>
          <a:p>
            <a:pPr indent="-342900" lvl="0" marL="342900" rtl="0" algn="l">
              <a:lnSpc>
                <a:spcPct val="100000"/>
              </a:lnSpc>
              <a:spcBef>
                <a:spcPts val="0"/>
              </a:spcBef>
              <a:spcAft>
                <a:spcPts val="0"/>
              </a:spcAft>
              <a:buClr>
                <a:schemeClr val="dk1"/>
              </a:buClr>
              <a:buSzPts val="7200"/>
              <a:buFont typeface="Arial"/>
              <a:buNone/>
            </a:pPr>
            <a:r>
              <a:t/>
            </a:r>
            <a:endParaRPr sz="7200">
              <a:solidFill>
                <a:srgbClr val="024069"/>
              </a:solidFill>
            </a:endParaRPr>
          </a:p>
          <a:p>
            <a:pPr indent="0" lvl="0" marL="0" rtl="0" algn="ctr">
              <a:lnSpc>
                <a:spcPct val="100000"/>
              </a:lnSpc>
              <a:spcBef>
                <a:spcPts val="1440"/>
              </a:spcBef>
              <a:spcAft>
                <a:spcPts val="0"/>
              </a:spcAft>
              <a:buClr>
                <a:srgbClr val="024069"/>
              </a:buClr>
              <a:buSzPts val="7200"/>
              <a:buFont typeface="Arial"/>
              <a:buNone/>
            </a:pPr>
            <a:r>
              <a:rPr lang="en-US" sz="7200">
                <a:solidFill>
                  <a:srgbClr val="024069"/>
                </a:solidFill>
              </a:rPr>
              <a:t>Thank You</a:t>
            </a:r>
            <a:endParaRPr/>
          </a:p>
        </p:txBody>
      </p:sp>
      <p:grpSp>
        <p:nvGrpSpPr>
          <p:cNvPr id="599" name="Google Shape;599;p26"/>
          <p:cNvGrpSpPr/>
          <p:nvPr/>
        </p:nvGrpSpPr>
        <p:grpSpPr>
          <a:xfrm>
            <a:off x="609600" y="533400"/>
            <a:ext cx="303213" cy="303213"/>
            <a:chOff x="703" y="300"/>
            <a:chExt cx="181" cy="181"/>
          </a:xfrm>
        </p:grpSpPr>
        <p:sp>
          <p:nvSpPr>
            <p:cNvPr id="600" name="Google Shape;600;p26"/>
            <p:cNvSpPr/>
            <p:nvPr/>
          </p:nvSpPr>
          <p:spPr>
            <a:xfrm>
              <a:off x="736" y="300"/>
              <a:ext cx="81" cy="46"/>
            </a:xfrm>
            <a:custGeom>
              <a:rect b="b" l="l" r="r" t="t"/>
              <a:pathLst>
                <a:path extrusionOk="0" h="160" w="283">
                  <a:moveTo>
                    <a:pt x="247" y="124"/>
                  </a:moveTo>
                  <a:lnTo>
                    <a:pt x="283" y="11"/>
                  </a:lnTo>
                  <a:lnTo>
                    <a:pt x="283" y="11"/>
                  </a:lnTo>
                  <a:lnTo>
                    <a:pt x="264" y="6"/>
                  </a:lnTo>
                  <a:lnTo>
                    <a:pt x="244" y="3"/>
                  </a:lnTo>
                  <a:lnTo>
                    <a:pt x="226" y="2"/>
                  </a:lnTo>
                  <a:lnTo>
                    <a:pt x="206" y="0"/>
                  </a:lnTo>
                  <a:lnTo>
                    <a:pt x="187" y="0"/>
                  </a:lnTo>
                  <a:lnTo>
                    <a:pt x="169" y="2"/>
                  </a:lnTo>
                  <a:lnTo>
                    <a:pt x="150" y="4"/>
                  </a:lnTo>
                  <a:lnTo>
                    <a:pt x="131" y="7"/>
                  </a:lnTo>
                  <a:lnTo>
                    <a:pt x="114" y="12"/>
                  </a:lnTo>
                  <a:lnTo>
                    <a:pt x="97" y="18"/>
                  </a:lnTo>
                  <a:lnTo>
                    <a:pt x="79" y="24"/>
                  </a:lnTo>
                  <a:lnTo>
                    <a:pt x="62" y="32"/>
                  </a:lnTo>
                  <a:lnTo>
                    <a:pt x="45" y="40"/>
                  </a:lnTo>
                  <a:lnTo>
                    <a:pt x="29" y="49"/>
                  </a:lnTo>
                  <a:lnTo>
                    <a:pt x="14" y="60"/>
                  </a:lnTo>
                  <a:lnTo>
                    <a:pt x="0" y="71"/>
                  </a:lnTo>
                  <a:lnTo>
                    <a:pt x="79" y="160"/>
                  </a:lnTo>
                  <a:lnTo>
                    <a:pt x="79" y="160"/>
                  </a:lnTo>
                  <a:lnTo>
                    <a:pt x="97" y="147"/>
                  </a:lnTo>
                  <a:lnTo>
                    <a:pt x="116" y="136"/>
                  </a:lnTo>
                  <a:lnTo>
                    <a:pt x="136" y="128"/>
                  </a:lnTo>
                  <a:lnTo>
                    <a:pt x="157" y="123"/>
                  </a:lnTo>
                  <a:lnTo>
                    <a:pt x="179" y="119"/>
                  </a:lnTo>
                  <a:lnTo>
                    <a:pt x="201" y="118"/>
                  </a:lnTo>
                  <a:lnTo>
                    <a:pt x="223" y="120"/>
                  </a:lnTo>
                  <a:lnTo>
                    <a:pt x="247" y="124"/>
                  </a:lnTo>
                  <a:lnTo>
                    <a:pt x="247" y="124"/>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1" name="Google Shape;601;p26"/>
            <p:cNvSpPr/>
            <p:nvPr/>
          </p:nvSpPr>
          <p:spPr>
            <a:xfrm>
              <a:off x="835" y="376"/>
              <a:ext cx="49" cy="79"/>
            </a:xfrm>
            <a:custGeom>
              <a:rect b="b" l="l" r="r" t="t"/>
              <a:pathLst>
                <a:path extrusionOk="0" h="276" w="172">
                  <a:moveTo>
                    <a:pt x="44" y="113"/>
                  </a:moveTo>
                  <a:lnTo>
                    <a:pt x="44" y="113"/>
                  </a:lnTo>
                  <a:lnTo>
                    <a:pt x="36" y="134"/>
                  </a:lnTo>
                  <a:lnTo>
                    <a:pt x="26" y="154"/>
                  </a:lnTo>
                  <a:lnTo>
                    <a:pt x="14" y="171"/>
                  </a:lnTo>
                  <a:lnTo>
                    <a:pt x="0" y="188"/>
                  </a:lnTo>
                  <a:lnTo>
                    <a:pt x="79" y="276"/>
                  </a:lnTo>
                  <a:lnTo>
                    <a:pt x="79" y="276"/>
                  </a:lnTo>
                  <a:lnTo>
                    <a:pt x="92" y="263"/>
                  </a:lnTo>
                  <a:lnTo>
                    <a:pt x="104" y="249"/>
                  </a:lnTo>
                  <a:lnTo>
                    <a:pt x="115" y="234"/>
                  </a:lnTo>
                  <a:lnTo>
                    <a:pt x="125" y="219"/>
                  </a:lnTo>
                  <a:lnTo>
                    <a:pt x="135" y="203"/>
                  </a:lnTo>
                  <a:lnTo>
                    <a:pt x="143" y="185"/>
                  </a:lnTo>
                  <a:lnTo>
                    <a:pt x="150" y="168"/>
                  </a:lnTo>
                  <a:lnTo>
                    <a:pt x="157" y="149"/>
                  </a:lnTo>
                  <a:lnTo>
                    <a:pt x="157" y="149"/>
                  </a:lnTo>
                  <a:lnTo>
                    <a:pt x="163" y="131"/>
                  </a:lnTo>
                  <a:lnTo>
                    <a:pt x="166" y="112"/>
                  </a:lnTo>
                  <a:lnTo>
                    <a:pt x="170" y="93"/>
                  </a:lnTo>
                  <a:lnTo>
                    <a:pt x="172" y="75"/>
                  </a:lnTo>
                  <a:lnTo>
                    <a:pt x="172" y="56"/>
                  </a:lnTo>
                  <a:lnTo>
                    <a:pt x="172" y="38"/>
                  </a:lnTo>
                  <a:lnTo>
                    <a:pt x="171" y="19"/>
                  </a:lnTo>
                  <a:lnTo>
                    <a:pt x="169" y="0"/>
                  </a:lnTo>
                  <a:lnTo>
                    <a:pt x="52" y="26"/>
                  </a:lnTo>
                  <a:lnTo>
                    <a:pt x="52" y="26"/>
                  </a:lnTo>
                  <a:lnTo>
                    <a:pt x="54" y="47"/>
                  </a:lnTo>
                  <a:lnTo>
                    <a:pt x="54" y="69"/>
                  </a:lnTo>
                  <a:lnTo>
                    <a:pt x="50" y="91"/>
                  </a:lnTo>
                  <a:lnTo>
                    <a:pt x="44" y="113"/>
                  </a:lnTo>
                  <a:lnTo>
                    <a:pt x="44" y="113"/>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2" name="Google Shape;602;p26"/>
            <p:cNvSpPr/>
            <p:nvPr/>
          </p:nvSpPr>
          <p:spPr>
            <a:xfrm>
              <a:off x="703" y="326"/>
              <a:ext cx="50" cy="79"/>
            </a:xfrm>
            <a:custGeom>
              <a:rect b="b" l="l" r="r" t="t"/>
              <a:pathLst>
                <a:path extrusionOk="0" h="276" w="173">
                  <a:moveTo>
                    <a:pt x="128" y="163"/>
                  </a:moveTo>
                  <a:lnTo>
                    <a:pt x="128" y="163"/>
                  </a:lnTo>
                  <a:lnTo>
                    <a:pt x="136" y="142"/>
                  </a:lnTo>
                  <a:lnTo>
                    <a:pt x="146" y="122"/>
                  </a:lnTo>
                  <a:lnTo>
                    <a:pt x="159" y="105"/>
                  </a:lnTo>
                  <a:lnTo>
                    <a:pt x="173" y="89"/>
                  </a:lnTo>
                  <a:lnTo>
                    <a:pt x="94" y="0"/>
                  </a:lnTo>
                  <a:lnTo>
                    <a:pt x="94" y="0"/>
                  </a:lnTo>
                  <a:lnTo>
                    <a:pt x="81" y="13"/>
                  </a:lnTo>
                  <a:lnTo>
                    <a:pt x="69" y="27"/>
                  </a:lnTo>
                  <a:lnTo>
                    <a:pt x="58" y="42"/>
                  </a:lnTo>
                  <a:lnTo>
                    <a:pt x="47" y="57"/>
                  </a:lnTo>
                  <a:lnTo>
                    <a:pt x="38" y="74"/>
                  </a:lnTo>
                  <a:lnTo>
                    <a:pt x="30" y="91"/>
                  </a:lnTo>
                  <a:lnTo>
                    <a:pt x="22" y="108"/>
                  </a:lnTo>
                  <a:lnTo>
                    <a:pt x="16" y="127"/>
                  </a:lnTo>
                  <a:lnTo>
                    <a:pt x="16" y="127"/>
                  </a:lnTo>
                  <a:lnTo>
                    <a:pt x="10" y="146"/>
                  </a:lnTo>
                  <a:lnTo>
                    <a:pt x="6" y="164"/>
                  </a:lnTo>
                  <a:lnTo>
                    <a:pt x="3" y="183"/>
                  </a:lnTo>
                  <a:lnTo>
                    <a:pt x="1" y="201"/>
                  </a:lnTo>
                  <a:lnTo>
                    <a:pt x="0" y="220"/>
                  </a:lnTo>
                  <a:lnTo>
                    <a:pt x="1" y="239"/>
                  </a:lnTo>
                  <a:lnTo>
                    <a:pt x="2" y="257"/>
                  </a:lnTo>
                  <a:lnTo>
                    <a:pt x="4" y="276"/>
                  </a:lnTo>
                  <a:lnTo>
                    <a:pt x="121" y="250"/>
                  </a:lnTo>
                  <a:lnTo>
                    <a:pt x="121" y="250"/>
                  </a:lnTo>
                  <a:lnTo>
                    <a:pt x="118" y="229"/>
                  </a:lnTo>
                  <a:lnTo>
                    <a:pt x="119" y="207"/>
                  </a:lnTo>
                  <a:lnTo>
                    <a:pt x="122" y="185"/>
                  </a:lnTo>
                  <a:lnTo>
                    <a:pt x="128" y="163"/>
                  </a:lnTo>
                  <a:lnTo>
                    <a:pt x="128" y="163"/>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3" name="Google Shape;603;p26"/>
            <p:cNvSpPr/>
            <p:nvPr/>
          </p:nvSpPr>
          <p:spPr>
            <a:xfrm>
              <a:off x="706" y="407"/>
              <a:ext cx="66" cy="68"/>
            </a:xfrm>
            <a:custGeom>
              <a:rect b="b" l="l" r="r" t="t"/>
              <a:pathLst>
                <a:path extrusionOk="0" h="239" w="230">
                  <a:moveTo>
                    <a:pt x="115" y="0"/>
                  </a:moveTo>
                  <a:lnTo>
                    <a:pt x="0" y="24"/>
                  </a:lnTo>
                  <a:lnTo>
                    <a:pt x="0" y="24"/>
                  </a:lnTo>
                  <a:lnTo>
                    <a:pt x="5" y="41"/>
                  </a:lnTo>
                  <a:lnTo>
                    <a:pt x="11" y="59"/>
                  </a:lnTo>
                  <a:lnTo>
                    <a:pt x="19" y="76"/>
                  </a:lnTo>
                  <a:lnTo>
                    <a:pt x="27" y="93"/>
                  </a:lnTo>
                  <a:lnTo>
                    <a:pt x="36" y="109"/>
                  </a:lnTo>
                  <a:lnTo>
                    <a:pt x="47" y="124"/>
                  </a:lnTo>
                  <a:lnTo>
                    <a:pt x="57" y="139"/>
                  </a:lnTo>
                  <a:lnTo>
                    <a:pt x="69" y="153"/>
                  </a:lnTo>
                  <a:lnTo>
                    <a:pt x="82" y="167"/>
                  </a:lnTo>
                  <a:lnTo>
                    <a:pt x="96" y="180"/>
                  </a:lnTo>
                  <a:lnTo>
                    <a:pt x="110" y="191"/>
                  </a:lnTo>
                  <a:lnTo>
                    <a:pt x="126" y="203"/>
                  </a:lnTo>
                  <a:lnTo>
                    <a:pt x="141" y="213"/>
                  </a:lnTo>
                  <a:lnTo>
                    <a:pt x="158" y="223"/>
                  </a:lnTo>
                  <a:lnTo>
                    <a:pt x="176" y="231"/>
                  </a:lnTo>
                  <a:lnTo>
                    <a:pt x="193" y="239"/>
                  </a:lnTo>
                  <a:lnTo>
                    <a:pt x="230" y="126"/>
                  </a:lnTo>
                  <a:lnTo>
                    <a:pt x="230" y="126"/>
                  </a:lnTo>
                  <a:lnTo>
                    <a:pt x="210" y="116"/>
                  </a:lnTo>
                  <a:lnTo>
                    <a:pt x="191" y="104"/>
                  </a:lnTo>
                  <a:lnTo>
                    <a:pt x="174" y="90"/>
                  </a:lnTo>
                  <a:lnTo>
                    <a:pt x="157" y="75"/>
                  </a:lnTo>
                  <a:lnTo>
                    <a:pt x="144" y="58"/>
                  </a:lnTo>
                  <a:lnTo>
                    <a:pt x="133" y="39"/>
                  </a:lnTo>
                  <a:lnTo>
                    <a:pt x="122" y="19"/>
                  </a:lnTo>
                  <a:lnTo>
                    <a:pt x="115" y="0"/>
                  </a:lnTo>
                  <a:lnTo>
                    <a:pt x="115" y="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4" name="Google Shape;604;p26"/>
            <p:cNvSpPr/>
            <p:nvPr/>
          </p:nvSpPr>
          <p:spPr>
            <a:xfrm>
              <a:off x="815" y="306"/>
              <a:ext cx="66" cy="69"/>
            </a:xfrm>
            <a:custGeom>
              <a:rect b="b" l="l" r="r" t="t"/>
              <a:pathLst>
                <a:path extrusionOk="0" h="240" w="230">
                  <a:moveTo>
                    <a:pt x="113" y="240"/>
                  </a:moveTo>
                  <a:lnTo>
                    <a:pt x="230" y="214"/>
                  </a:lnTo>
                  <a:lnTo>
                    <a:pt x="230" y="214"/>
                  </a:lnTo>
                  <a:lnTo>
                    <a:pt x="225" y="197"/>
                  </a:lnTo>
                  <a:lnTo>
                    <a:pt x="218" y="179"/>
                  </a:lnTo>
                  <a:lnTo>
                    <a:pt x="211" y="162"/>
                  </a:lnTo>
                  <a:lnTo>
                    <a:pt x="203" y="146"/>
                  </a:lnTo>
                  <a:lnTo>
                    <a:pt x="194" y="129"/>
                  </a:lnTo>
                  <a:lnTo>
                    <a:pt x="183" y="114"/>
                  </a:lnTo>
                  <a:lnTo>
                    <a:pt x="173" y="99"/>
                  </a:lnTo>
                  <a:lnTo>
                    <a:pt x="160" y="85"/>
                  </a:lnTo>
                  <a:lnTo>
                    <a:pt x="147" y="71"/>
                  </a:lnTo>
                  <a:lnTo>
                    <a:pt x="134" y="58"/>
                  </a:lnTo>
                  <a:lnTo>
                    <a:pt x="119" y="47"/>
                  </a:lnTo>
                  <a:lnTo>
                    <a:pt x="104" y="35"/>
                  </a:lnTo>
                  <a:lnTo>
                    <a:pt x="88" y="25"/>
                  </a:lnTo>
                  <a:lnTo>
                    <a:pt x="72" y="15"/>
                  </a:lnTo>
                  <a:lnTo>
                    <a:pt x="54" y="7"/>
                  </a:lnTo>
                  <a:lnTo>
                    <a:pt x="36" y="0"/>
                  </a:lnTo>
                  <a:lnTo>
                    <a:pt x="0" y="112"/>
                  </a:lnTo>
                  <a:lnTo>
                    <a:pt x="0" y="112"/>
                  </a:lnTo>
                  <a:lnTo>
                    <a:pt x="20" y="122"/>
                  </a:lnTo>
                  <a:lnTo>
                    <a:pt x="39" y="134"/>
                  </a:lnTo>
                  <a:lnTo>
                    <a:pt x="57" y="148"/>
                  </a:lnTo>
                  <a:lnTo>
                    <a:pt x="72" y="164"/>
                  </a:lnTo>
                  <a:lnTo>
                    <a:pt x="86" y="181"/>
                  </a:lnTo>
                  <a:lnTo>
                    <a:pt x="97" y="199"/>
                  </a:lnTo>
                  <a:lnTo>
                    <a:pt x="106" y="219"/>
                  </a:lnTo>
                  <a:lnTo>
                    <a:pt x="113" y="240"/>
                  </a:lnTo>
                  <a:lnTo>
                    <a:pt x="113" y="240"/>
                  </a:lnTo>
                  <a:close/>
                </a:path>
              </a:pathLst>
            </a:custGeom>
            <a:solidFill>
              <a:schemeClr val="folHlink"/>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5" name="Google Shape;605;p26"/>
            <p:cNvSpPr/>
            <p:nvPr/>
          </p:nvSpPr>
          <p:spPr>
            <a:xfrm>
              <a:off x="770" y="435"/>
              <a:ext cx="81" cy="46"/>
            </a:xfrm>
            <a:custGeom>
              <a:rect b="b" l="l" r="r" t="t"/>
              <a:pathLst>
                <a:path extrusionOk="0" h="159" w="283">
                  <a:moveTo>
                    <a:pt x="37" y="36"/>
                  </a:moveTo>
                  <a:lnTo>
                    <a:pt x="0" y="148"/>
                  </a:lnTo>
                  <a:lnTo>
                    <a:pt x="0" y="148"/>
                  </a:lnTo>
                  <a:lnTo>
                    <a:pt x="19" y="153"/>
                  </a:lnTo>
                  <a:lnTo>
                    <a:pt x="38" y="156"/>
                  </a:lnTo>
                  <a:lnTo>
                    <a:pt x="57" y="158"/>
                  </a:lnTo>
                  <a:lnTo>
                    <a:pt x="76" y="159"/>
                  </a:lnTo>
                  <a:lnTo>
                    <a:pt x="96" y="159"/>
                  </a:lnTo>
                  <a:lnTo>
                    <a:pt x="114" y="158"/>
                  </a:lnTo>
                  <a:lnTo>
                    <a:pt x="133" y="155"/>
                  </a:lnTo>
                  <a:lnTo>
                    <a:pt x="150" y="152"/>
                  </a:lnTo>
                  <a:lnTo>
                    <a:pt x="169" y="147"/>
                  </a:lnTo>
                  <a:lnTo>
                    <a:pt x="186" y="141"/>
                  </a:lnTo>
                  <a:lnTo>
                    <a:pt x="204" y="136"/>
                  </a:lnTo>
                  <a:lnTo>
                    <a:pt x="220" y="127"/>
                  </a:lnTo>
                  <a:lnTo>
                    <a:pt x="238" y="119"/>
                  </a:lnTo>
                  <a:lnTo>
                    <a:pt x="253" y="110"/>
                  </a:lnTo>
                  <a:lnTo>
                    <a:pt x="268" y="99"/>
                  </a:lnTo>
                  <a:lnTo>
                    <a:pt x="283" y="88"/>
                  </a:lnTo>
                  <a:lnTo>
                    <a:pt x="204" y="0"/>
                  </a:lnTo>
                  <a:lnTo>
                    <a:pt x="204" y="0"/>
                  </a:lnTo>
                  <a:lnTo>
                    <a:pt x="185" y="12"/>
                  </a:lnTo>
                  <a:lnTo>
                    <a:pt x="167" y="23"/>
                  </a:lnTo>
                  <a:lnTo>
                    <a:pt x="146" y="31"/>
                  </a:lnTo>
                  <a:lnTo>
                    <a:pt x="125" y="37"/>
                  </a:lnTo>
                  <a:lnTo>
                    <a:pt x="104" y="40"/>
                  </a:lnTo>
                  <a:lnTo>
                    <a:pt x="82" y="41"/>
                  </a:lnTo>
                  <a:lnTo>
                    <a:pt x="59" y="39"/>
                  </a:lnTo>
                  <a:lnTo>
                    <a:pt x="37" y="36"/>
                  </a:lnTo>
                  <a:lnTo>
                    <a:pt x="37" y="36"/>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06" name="Google Shape;606;p26"/>
          <p:cNvGrpSpPr/>
          <p:nvPr/>
        </p:nvGrpSpPr>
        <p:grpSpPr>
          <a:xfrm>
            <a:off x="8494713" y="5792788"/>
            <a:ext cx="554037" cy="552450"/>
            <a:chOff x="5369" y="3667"/>
            <a:chExt cx="349" cy="348"/>
          </a:xfrm>
        </p:grpSpPr>
        <p:sp>
          <p:nvSpPr>
            <p:cNvPr id="607" name="Google Shape;607;p26"/>
            <p:cNvSpPr/>
            <p:nvPr/>
          </p:nvSpPr>
          <p:spPr>
            <a:xfrm>
              <a:off x="5396" y="3667"/>
              <a:ext cx="138" cy="112"/>
            </a:xfrm>
            <a:custGeom>
              <a:rect b="b" l="l" r="r" t="t"/>
              <a:pathLst>
                <a:path extrusionOk="0" h="148" w="182">
                  <a:moveTo>
                    <a:pt x="182" y="86"/>
                  </a:moveTo>
                  <a:lnTo>
                    <a:pt x="182" y="0"/>
                  </a:lnTo>
                  <a:lnTo>
                    <a:pt x="182" y="0"/>
                  </a:lnTo>
                  <a:lnTo>
                    <a:pt x="154" y="2"/>
                  </a:lnTo>
                  <a:lnTo>
                    <a:pt x="128" y="10"/>
                  </a:lnTo>
                  <a:lnTo>
                    <a:pt x="102" y="18"/>
                  </a:lnTo>
                  <a:lnTo>
                    <a:pt x="78" y="30"/>
                  </a:lnTo>
                  <a:lnTo>
                    <a:pt x="56" y="46"/>
                  </a:lnTo>
                  <a:lnTo>
                    <a:pt x="36" y="64"/>
                  </a:lnTo>
                  <a:lnTo>
                    <a:pt x="16" y="82"/>
                  </a:lnTo>
                  <a:lnTo>
                    <a:pt x="0" y="104"/>
                  </a:lnTo>
                  <a:lnTo>
                    <a:pt x="76" y="148"/>
                  </a:lnTo>
                  <a:lnTo>
                    <a:pt x="76" y="148"/>
                  </a:lnTo>
                  <a:lnTo>
                    <a:pt x="86" y="136"/>
                  </a:lnTo>
                  <a:lnTo>
                    <a:pt x="96" y="124"/>
                  </a:lnTo>
                  <a:lnTo>
                    <a:pt x="108" y="114"/>
                  </a:lnTo>
                  <a:lnTo>
                    <a:pt x="122" y="104"/>
                  </a:lnTo>
                  <a:lnTo>
                    <a:pt x="136" y="98"/>
                  </a:lnTo>
                  <a:lnTo>
                    <a:pt x="150" y="92"/>
                  </a:lnTo>
                  <a:lnTo>
                    <a:pt x="166" y="88"/>
                  </a:lnTo>
                  <a:lnTo>
                    <a:pt x="182" y="86"/>
                  </a:lnTo>
                  <a:lnTo>
                    <a:pt x="182" y="8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8" name="Google Shape;608;p26"/>
            <p:cNvSpPr/>
            <p:nvPr/>
          </p:nvSpPr>
          <p:spPr>
            <a:xfrm>
              <a:off x="5642" y="3761"/>
              <a:ext cx="76" cy="160"/>
            </a:xfrm>
            <a:custGeom>
              <a:rect b="b" l="l" r="r" t="t"/>
              <a:pathLst>
                <a:path extrusionOk="0" h="210" w="100">
                  <a:moveTo>
                    <a:pt x="14" y="106"/>
                  </a:moveTo>
                  <a:lnTo>
                    <a:pt x="14" y="106"/>
                  </a:lnTo>
                  <a:lnTo>
                    <a:pt x="14" y="122"/>
                  </a:lnTo>
                  <a:lnTo>
                    <a:pt x="10" y="138"/>
                  </a:lnTo>
                  <a:lnTo>
                    <a:pt x="6" y="152"/>
                  </a:lnTo>
                  <a:lnTo>
                    <a:pt x="0" y="168"/>
                  </a:lnTo>
                  <a:lnTo>
                    <a:pt x="74" y="210"/>
                  </a:lnTo>
                  <a:lnTo>
                    <a:pt x="74" y="210"/>
                  </a:lnTo>
                  <a:lnTo>
                    <a:pt x="86" y="186"/>
                  </a:lnTo>
                  <a:lnTo>
                    <a:pt x="94" y="160"/>
                  </a:lnTo>
                  <a:lnTo>
                    <a:pt x="98" y="134"/>
                  </a:lnTo>
                  <a:lnTo>
                    <a:pt x="100" y="106"/>
                  </a:lnTo>
                  <a:lnTo>
                    <a:pt x="100" y="106"/>
                  </a:lnTo>
                  <a:lnTo>
                    <a:pt x="98" y="78"/>
                  </a:lnTo>
                  <a:lnTo>
                    <a:pt x="94" y="50"/>
                  </a:lnTo>
                  <a:lnTo>
                    <a:pt x="86" y="24"/>
                  </a:lnTo>
                  <a:lnTo>
                    <a:pt x="74" y="0"/>
                  </a:lnTo>
                  <a:lnTo>
                    <a:pt x="0" y="44"/>
                  </a:lnTo>
                  <a:lnTo>
                    <a:pt x="0" y="44"/>
                  </a:lnTo>
                  <a:lnTo>
                    <a:pt x="6" y="58"/>
                  </a:lnTo>
                  <a:lnTo>
                    <a:pt x="10" y="72"/>
                  </a:lnTo>
                  <a:lnTo>
                    <a:pt x="14" y="88"/>
                  </a:lnTo>
                  <a:lnTo>
                    <a:pt x="14" y="106"/>
                  </a:lnTo>
                  <a:lnTo>
                    <a:pt x="14" y="10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9" name="Google Shape;609;p26"/>
            <p:cNvSpPr/>
            <p:nvPr/>
          </p:nvSpPr>
          <p:spPr>
            <a:xfrm>
              <a:off x="5369" y="3761"/>
              <a:ext cx="76" cy="160"/>
            </a:xfrm>
            <a:custGeom>
              <a:rect b="b" l="l" r="r" t="t"/>
              <a:pathLst>
                <a:path extrusionOk="0" h="210" w="100">
                  <a:moveTo>
                    <a:pt x="86" y="106"/>
                  </a:moveTo>
                  <a:lnTo>
                    <a:pt x="86" y="106"/>
                  </a:lnTo>
                  <a:lnTo>
                    <a:pt x="86" y="88"/>
                  </a:lnTo>
                  <a:lnTo>
                    <a:pt x="90" y="72"/>
                  </a:lnTo>
                  <a:lnTo>
                    <a:pt x="94" y="58"/>
                  </a:lnTo>
                  <a:lnTo>
                    <a:pt x="100" y="44"/>
                  </a:lnTo>
                  <a:lnTo>
                    <a:pt x="26" y="0"/>
                  </a:lnTo>
                  <a:lnTo>
                    <a:pt x="26" y="0"/>
                  </a:lnTo>
                  <a:lnTo>
                    <a:pt x="14" y="24"/>
                  </a:lnTo>
                  <a:lnTo>
                    <a:pt x="6" y="50"/>
                  </a:lnTo>
                  <a:lnTo>
                    <a:pt x="2" y="78"/>
                  </a:lnTo>
                  <a:lnTo>
                    <a:pt x="0" y="106"/>
                  </a:lnTo>
                  <a:lnTo>
                    <a:pt x="0" y="106"/>
                  </a:lnTo>
                  <a:lnTo>
                    <a:pt x="2" y="134"/>
                  </a:lnTo>
                  <a:lnTo>
                    <a:pt x="6" y="160"/>
                  </a:lnTo>
                  <a:lnTo>
                    <a:pt x="14" y="186"/>
                  </a:lnTo>
                  <a:lnTo>
                    <a:pt x="26" y="210"/>
                  </a:lnTo>
                  <a:lnTo>
                    <a:pt x="100" y="168"/>
                  </a:lnTo>
                  <a:lnTo>
                    <a:pt x="100" y="168"/>
                  </a:lnTo>
                  <a:lnTo>
                    <a:pt x="94" y="152"/>
                  </a:lnTo>
                  <a:lnTo>
                    <a:pt x="90" y="138"/>
                  </a:lnTo>
                  <a:lnTo>
                    <a:pt x="86" y="122"/>
                  </a:lnTo>
                  <a:lnTo>
                    <a:pt x="86" y="106"/>
                  </a:lnTo>
                  <a:lnTo>
                    <a:pt x="86" y="106"/>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0" name="Google Shape;610;p26"/>
            <p:cNvSpPr/>
            <p:nvPr/>
          </p:nvSpPr>
          <p:spPr>
            <a:xfrm>
              <a:off x="5396" y="3902"/>
              <a:ext cx="138" cy="113"/>
            </a:xfrm>
            <a:custGeom>
              <a:rect b="b" l="l" r="r" t="t"/>
              <a:pathLst>
                <a:path extrusionOk="0" h="148" w="182">
                  <a:moveTo>
                    <a:pt x="76" y="0"/>
                  </a:moveTo>
                  <a:lnTo>
                    <a:pt x="0" y="44"/>
                  </a:lnTo>
                  <a:lnTo>
                    <a:pt x="0" y="44"/>
                  </a:lnTo>
                  <a:lnTo>
                    <a:pt x="16" y="66"/>
                  </a:lnTo>
                  <a:lnTo>
                    <a:pt x="36" y="84"/>
                  </a:lnTo>
                  <a:lnTo>
                    <a:pt x="56" y="102"/>
                  </a:lnTo>
                  <a:lnTo>
                    <a:pt x="78" y="118"/>
                  </a:lnTo>
                  <a:lnTo>
                    <a:pt x="102" y="130"/>
                  </a:lnTo>
                  <a:lnTo>
                    <a:pt x="128" y="138"/>
                  </a:lnTo>
                  <a:lnTo>
                    <a:pt x="154" y="146"/>
                  </a:lnTo>
                  <a:lnTo>
                    <a:pt x="182" y="148"/>
                  </a:lnTo>
                  <a:lnTo>
                    <a:pt x="182" y="62"/>
                  </a:lnTo>
                  <a:lnTo>
                    <a:pt x="182" y="62"/>
                  </a:lnTo>
                  <a:lnTo>
                    <a:pt x="166" y="60"/>
                  </a:lnTo>
                  <a:lnTo>
                    <a:pt x="150" y="56"/>
                  </a:lnTo>
                  <a:lnTo>
                    <a:pt x="136" y="50"/>
                  </a:lnTo>
                  <a:lnTo>
                    <a:pt x="122" y="44"/>
                  </a:lnTo>
                  <a:lnTo>
                    <a:pt x="108" y="34"/>
                  </a:lnTo>
                  <a:lnTo>
                    <a:pt x="96" y="24"/>
                  </a:lnTo>
                  <a:lnTo>
                    <a:pt x="86" y="14"/>
                  </a:lnTo>
                  <a:lnTo>
                    <a:pt x="76" y="0"/>
                  </a:lnTo>
                  <a:lnTo>
                    <a:pt x="76" y="0"/>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1" name="Google Shape;611;p26"/>
            <p:cNvSpPr/>
            <p:nvPr/>
          </p:nvSpPr>
          <p:spPr>
            <a:xfrm>
              <a:off x="5553" y="3667"/>
              <a:ext cx="138" cy="112"/>
            </a:xfrm>
            <a:custGeom>
              <a:rect b="b" l="l" r="r" t="t"/>
              <a:pathLst>
                <a:path extrusionOk="0" h="148" w="182">
                  <a:moveTo>
                    <a:pt x="106" y="148"/>
                  </a:moveTo>
                  <a:lnTo>
                    <a:pt x="182" y="104"/>
                  </a:lnTo>
                  <a:lnTo>
                    <a:pt x="182" y="104"/>
                  </a:lnTo>
                  <a:lnTo>
                    <a:pt x="166" y="82"/>
                  </a:lnTo>
                  <a:lnTo>
                    <a:pt x="148" y="64"/>
                  </a:lnTo>
                  <a:lnTo>
                    <a:pt x="126" y="46"/>
                  </a:lnTo>
                  <a:lnTo>
                    <a:pt x="104" y="30"/>
                  </a:lnTo>
                  <a:lnTo>
                    <a:pt x="80" y="18"/>
                  </a:lnTo>
                  <a:lnTo>
                    <a:pt x="54" y="10"/>
                  </a:lnTo>
                  <a:lnTo>
                    <a:pt x="28" y="2"/>
                  </a:lnTo>
                  <a:lnTo>
                    <a:pt x="0" y="0"/>
                  </a:lnTo>
                  <a:lnTo>
                    <a:pt x="0" y="86"/>
                  </a:lnTo>
                  <a:lnTo>
                    <a:pt x="0" y="86"/>
                  </a:lnTo>
                  <a:lnTo>
                    <a:pt x="16" y="88"/>
                  </a:lnTo>
                  <a:lnTo>
                    <a:pt x="32" y="92"/>
                  </a:lnTo>
                  <a:lnTo>
                    <a:pt x="46" y="98"/>
                  </a:lnTo>
                  <a:lnTo>
                    <a:pt x="60" y="104"/>
                  </a:lnTo>
                  <a:lnTo>
                    <a:pt x="74" y="114"/>
                  </a:lnTo>
                  <a:lnTo>
                    <a:pt x="86" y="124"/>
                  </a:lnTo>
                  <a:lnTo>
                    <a:pt x="98" y="136"/>
                  </a:lnTo>
                  <a:lnTo>
                    <a:pt x="106" y="148"/>
                  </a:lnTo>
                  <a:lnTo>
                    <a:pt x="106" y="14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2" name="Google Shape;612;p26"/>
            <p:cNvSpPr/>
            <p:nvPr/>
          </p:nvSpPr>
          <p:spPr>
            <a:xfrm>
              <a:off x="5553" y="3902"/>
              <a:ext cx="138" cy="113"/>
            </a:xfrm>
            <a:custGeom>
              <a:rect b="b" l="l" r="r" t="t"/>
              <a:pathLst>
                <a:path extrusionOk="0" h="148" w="182">
                  <a:moveTo>
                    <a:pt x="0" y="62"/>
                  </a:moveTo>
                  <a:lnTo>
                    <a:pt x="0" y="148"/>
                  </a:lnTo>
                  <a:lnTo>
                    <a:pt x="0" y="148"/>
                  </a:lnTo>
                  <a:lnTo>
                    <a:pt x="28" y="146"/>
                  </a:lnTo>
                  <a:lnTo>
                    <a:pt x="54" y="138"/>
                  </a:lnTo>
                  <a:lnTo>
                    <a:pt x="80" y="130"/>
                  </a:lnTo>
                  <a:lnTo>
                    <a:pt x="104" y="118"/>
                  </a:lnTo>
                  <a:lnTo>
                    <a:pt x="126" y="102"/>
                  </a:lnTo>
                  <a:lnTo>
                    <a:pt x="148" y="84"/>
                  </a:lnTo>
                  <a:lnTo>
                    <a:pt x="166" y="66"/>
                  </a:lnTo>
                  <a:lnTo>
                    <a:pt x="182" y="44"/>
                  </a:lnTo>
                  <a:lnTo>
                    <a:pt x="106" y="0"/>
                  </a:lnTo>
                  <a:lnTo>
                    <a:pt x="106" y="0"/>
                  </a:lnTo>
                  <a:lnTo>
                    <a:pt x="98" y="14"/>
                  </a:lnTo>
                  <a:lnTo>
                    <a:pt x="86" y="24"/>
                  </a:lnTo>
                  <a:lnTo>
                    <a:pt x="74" y="34"/>
                  </a:lnTo>
                  <a:lnTo>
                    <a:pt x="60" y="44"/>
                  </a:lnTo>
                  <a:lnTo>
                    <a:pt x="46" y="50"/>
                  </a:lnTo>
                  <a:lnTo>
                    <a:pt x="32" y="56"/>
                  </a:lnTo>
                  <a:lnTo>
                    <a:pt x="16" y="60"/>
                  </a:lnTo>
                  <a:lnTo>
                    <a:pt x="0" y="62"/>
                  </a:lnTo>
                  <a:lnTo>
                    <a:pt x="0" y="6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13" name="Google Shape;613;p26"/>
          <p:cNvGrpSpPr/>
          <p:nvPr/>
        </p:nvGrpSpPr>
        <p:grpSpPr>
          <a:xfrm>
            <a:off x="8113713" y="6221413"/>
            <a:ext cx="554037" cy="552450"/>
            <a:chOff x="5129" y="3937"/>
            <a:chExt cx="349" cy="348"/>
          </a:xfrm>
        </p:grpSpPr>
        <p:sp>
          <p:nvSpPr>
            <p:cNvPr id="614" name="Google Shape;614;p26"/>
            <p:cNvSpPr/>
            <p:nvPr/>
          </p:nvSpPr>
          <p:spPr>
            <a:xfrm>
              <a:off x="5193" y="3937"/>
              <a:ext cx="156" cy="87"/>
            </a:xfrm>
            <a:custGeom>
              <a:rect b="b" l="l" r="r" t="t"/>
              <a:pathLst>
                <a:path extrusionOk="0" h="114" w="206">
                  <a:moveTo>
                    <a:pt x="180" y="88"/>
                  </a:moveTo>
                  <a:lnTo>
                    <a:pt x="206" y="8"/>
                  </a:lnTo>
                  <a:lnTo>
                    <a:pt x="206" y="8"/>
                  </a:lnTo>
                  <a:lnTo>
                    <a:pt x="178" y="2"/>
                  </a:lnTo>
                  <a:lnTo>
                    <a:pt x="150" y="0"/>
                  </a:lnTo>
                  <a:lnTo>
                    <a:pt x="124" y="0"/>
                  </a:lnTo>
                  <a:lnTo>
                    <a:pt x="96" y="4"/>
                  </a:lnTo>
                  <a:lnTo>
                    <a:pt x="70" y="12"/>
                  </a:lnTo>
                  <a:lnTo>
                    <a:pt x="46" y="22"/>
                  </a:lnTo>
                  <a:lnTo>
                    <a:pt x="22" y="36"/>
                  </a:lnTo>
                  <a:lnTo>
                    <a:pt x="0" y="50"/>
                  </a:lnTo>
                  <a:lnTo>
                    <a:pt x="58" y="114"/>
                  </a:lnTo>
                  <a:lnTo>
                    <a:pt x="58" y="114"/>
                  </a:lnTo>
                  <a:lnTo>
                    <a:pt x="72" y="106"/>
                  </a:lnTo>
                  <a:lnTo>
                    <a:pt x="86" y="98"/>
                  </a:lnTo>
                  <a:lnTo>
                    <a:pt x="100" y="92"/>
                  </a:lnTo>
                  <a:lnTo>
                    <a:pt x="116" y="88"/>
                  </a:lnTo>
                  <a:lnTo>
                    <a:pt x="130" y="86"/>
                  </a:lnTo>
                  <a:lnTo>
                    <a:pt x="146" y="84"/>
                  </a:lnTo>
                  <a:lnTo>
                    <a:pt x="164" y="86"/>
                  </a:lnTo>
                  <a:lnTo>
                    <a:pt x="180" y="88"/>
                  </a:lnTo>
                  <a:lnTo>
                    <a:pt x="180" y="88"/>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5" name="Google Shape;615;p26"/>
            <p:cNvSpPr/>
            <p:nvPr/>
          </p:nvSpPr>
          <p:spPr>
            <a:xfrm>
              <a:off x="5383" y="4083"/>
              <a:ext cx="95" cy="152"/>
            </a:xfrm>
            <a:custGeom>
              <a:rect b="b" l="l" r="r" t="t"/>
              <a:pathLst>
                <a:path extrusionOk="0" h="200" w="126">
                  <a:moveTo>
                    <a:pt x="32" y="82"/>
                  </a:moveTo>
                  <a:lnTo>
                    <a:pt x="32" y="82"/>
                  </a:lnTo>
                  <a:lnTo>
                    <a:pt x="26" y="96"/>
                  </a:lnTo>
                  <a:lnTo>
                    <a:pt x="20" y="110"/>
                  </a:lnTo>
                  <a:lnTo>
                    <a:pt x="10" y="124"/>
                  </a:lnTo>
                  <a:lnTo>
                    <a:pt x="0" y="136"/>
                  </a:lnTo>
                  <a:lnTo>
                    <a:pt x="58" y="200"/>
                  </a:lnTo>
                  <a:lnTo>
                    <a:pt x="58" y="200"/>
                  </a:lnTo>
                  <a:lnTo>
                    <a:pt x="76" y="180"/>
                  </a:lnTo>
                  <a:lnTo>
                    <a:pt x="92" y="158"/>
                  </a:lnTo>
                  <a:lnTo>
                    <a:pt x="104" y="134"/>
                  </a:lnTo>
                  <a:lnTo>
                    <a:pt x="114" y="108"/>
                  </a:lnTo>
                  <a:lnTo>
                    <a:pt x="114" y="108"/>
                  </a:lnTo>
                  <a:lnTo>
                    <a:pt x="122" y="80"/>
                  </a:lnTo>
                  <a:lnTo>
                    <a:pt x="126" y="54"/>
                  </a:lnTo>
                  <a:lnTo>
                    <a:pt x="126" y="26"/>
                  </a:lnTo>
                  <a:lnTo>
                    <a:pt x="122" y="0"/>
                  </a:lnTo>
                  <a:lnTo>
                    <a:pt x="38" y="18"/>
                  </a:lnTo>
                  <a:lnTo>
                    <a:pt x="38" y="18"/>
                  </a:lnTo>
                  <a:lnTo>
                    <a:pt x="40" y="34"/>
                  </a:lnTo>
                  <a:lnTo>
                    <a:pt x="40" y="50"/>
                  </a:lnTo>
                  <a:lnTo>
                    <a:pt x="38" y="66"/>
                  </a:lnTo>
                  <a:lnTo>
                    <a:pt x="32" y="82"/>
                  </a:lnTo>
                  <a:lnTo>
                    <a:pt x="32"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6" name="Google Shape;616;p26"/>
            <p:cNvSpPr/>
            <p:nvPr/>
          </p:nvSpPr>
          <p:spPr>
            <a:xfrm>
              <a:off x="5129" y="3987"/>
              <a:ext cx="96" cy="152"/>
            </a:xfrm>
            <a:custGeom>
              <a:rect b="b" l="l" r="r" t="t"/>
              <a:pathLst>
                <a:path extrusionOk="0" h="200" w="126">
                  <a:moveTo>
                    <a:pt x="92" y="118"/>
                  </a:moveTo>
                  <a:lnTo>
                    <a:pt x="92" y="118"/>
                  </a:lnTo>
                  <a:lnTo>
                    <a:pt x="98" y="104"/>
                  </a:lnTo>
                  <a:lnTo>
                    <a:pt x="106" y="88"/>
                  </a:lnTo>
                  <a:lnTo>
                    <a:pt x="116" y="76"/>
                  </a:lnTo>
                  <a:lnTo>
                    <a:pt x="126" y="64"/>
                  </a:lnTo>
                  <a:lnTo>
                    <a:pt x="68" y="0"/>
                  </a:lnTo>
                  <a:lnTo>
                    <a:pt x="68" y="0"/>
                  </a:lnTo>
                  <a:lnTo>
                    <a:pt x="50" y="20"/>
                  </a:lnTo>
                  <a:lnTo>
                    <a:pt x="34" y="42"/>
                  </a:lnTo>
                  <a:lnTo>
                    <a:pt x="22" y="66"/>
                  </a:lnTo>
                  <a:lnTo>
                    <a:pt x="12" y="92"/>
                  </a:lnTo>
                  <a:lnTo>
                    <a:pt x="12" y="92"/>
                  </a:lnTo>
                  <a:lnTo>
                    <a:pt x="4" y="118"/>
                  </a:lnTo>
                  <a:lnTo>
                    <a:pt x="0" y="146"/>
                  </a:lnTo>
                  <a:lnTo>
                    <a:pt x="0" y="174"/>
                  </a:lnTo>
                  <a:lnTo>
                    <a:pt x="4" y="200"/>
                  </a:lnTo>
                  <a:lnTo>
                    <a:pt x="88" y="182"/>
                  </a:lnTo>
                  <a:lnTo>
                    <a:pt x="88" y="182"/>
                  </a:lnTo>
                  <a:lnTo>
                    <a:pt x="86" y="166"/>
                  </a:lnTo>
                  <a:lnTo>
                    <a:pt x="86" y="150"/>
                  </a:lnTo>
                  <a:lnTo>
                    <a:pt x="88" y="134"/>
                  </a:lnTo>
                  <a:lnTo>
                    <a:pt x="92" y="118"/>
                  </a:lnTo>
                  <a:lnTo>
                    <a:pt x="92" y="118"/>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7" name="Google Shape;617;p26"/>
            <p:cNvSpPr/>
            <p:nvPr/>
          </p:nvSpPr>
          <p:spPr>
            <a:xfrm>
              <a:off x="5135" y="4142"/>
              <a:ext cx="126" cy="132"/>
            </a:xfrm>
            <a:custGeom>
              <a:rect b="b" l="l" r="r" t="t"/>
              <a:pathLst>
                <a:path extrusionOk="0" h="174" w="166">
                  <a:moveTo>
                    <a:pt x="84" y="0"/>
                  </a:moveTo>
                  <a:lnTo>
                    <a:pt x="0" y="18"/>
                  </a:lnTo>
                  <a:lnTo>
                    <a:pt x="0" y="18"/>
                  </a:lnTo>
                  <a:lnTo>
                    <a:pt x="8" y="44"/>
                  </a:lnTo>
                  <a:lnTo>
                    <a:pt x="20" y="68"/>
                  </a:lnTo>
                  <a:lnTo>
                    <a:pt x="34" y="90"/>
                  </a:lnTo>
                  <a:lnTo>
                    <a:pt x="50" y="112"/>
                  </a:lnTo>
                  <a:lnTo>
                    <a:pt x="70" y="130"/>
                  </a:lnTo>
                  <a:lnTo>
                    <a:pt x="90" y="148"/>
                  </a:lnTo>
                  <a:lnTo>
                    <a:pt x="114" y="162"/>
                  </a:lnTo>
                  <a:lnTo>
                    <a:pt x="140" y="174"/>
                  </a:lnTo>
                  <a:lnTo>
                    <a:pt x="166" y="92"/>
                  </a:lnTo>
                  <a:lnTo>
                    <a:pt x="166" y="92"/>
                  </a:lnTo>
                  <a:lnTo>
                    <a:pt x="152" y="84"/>
                  </a:lnTo>
                  <a:lnTo>
                    <a:pt x="138" y="76"/>
                  </a:lnTo>
                  <a:lnTo>
                    <a:pt x="126" y="66"/>
                  </a:lnTo>
                  <a:lnTo>
                    <a:pt x="114" y="54"/>
                  </a:lnTo>
                  <a:lnTo>
                    <a:pt x="104" y="42"/>
                  </a:lnTo>
                  <a:lnTo>
                    <a:pt x="96" y="28"/>
                  </a:lnTo>
                  <a:lnTo>
                    <a:pt x="90" y="14"/>
                  </a:lnTo>
                  <a:lnTo>
                    <a:pt x="84" y="0"/>
                  </a:lnTo>
                  <a:lnTo>
                    <a:pt x="84"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8" name="Google Shape;618;p26"/>
            <p:cNvSpPr/>
            <p:nvPr/>
          </p:nvSpPr>
          <p:spPr>
            <a:xfrm>
              <a:off x="5345" y="3948"/>
              <a:ext cx="127" cy="132"/>
            </a:xfrm>
            <a:custGeom>
              <a:rect b="b" l="l" r="r" t="t"/>
              <a:pathLst>
                <a:path extrusionOk="0" h="174" w="168">
                  <a:moveTo>
                    <a:pt x="84" y="174"/>
                  </a:moveTo>
                  <a:lnTo>
                    <a:pt x="168" y="156"/>
                  </a:lnTo>
                  <a:lnTo>
                    <a:pt x="168" y="156"/>
                  </a:lnTo>
                  <a:lnTo>
                    <a:pt x="160" y="130"/>
                  </a:lnTo>
                  <a:lnTo>
                    <a:pt x="148" y="106"/>
                  </a:lnTo>
                  <a:lnTo>
                    <a:pt x="134" y="84"/>
                  </a:lnTo>
                  <a:lnTo>
                    <a:pt x="118" y="62"/>
                  </a:lnTo>
                  <a:lnTo>
                    <a:pt x="98" y="44"/>
                  </a:lnTo>
                  <a:lnTo>
                    <a:pt x="76" y="26"/>
                  </a:lnTo>
                  <a:lnTo>
                    <a:pt x="54" y="12"/>
                  </a:lnTo>
                  <a:lnTo>
                    <a:pt x="28" y="0"/>
                  </a:lnTo>
                  <a:lnTo>
                    <a:pt x="0" y="82"/>
                  </a:lnTo>
                  <a:lnTo>
                    <a:pt x="0" y="82"/>
                  </a:lnTo>
                  <a:lnTo>
                    <a:pt x="16" y="90"/>
                  </a:lnTo>
                  <a:lnTo>
                    <a:pt x="30" y="98"/>
                  </a:lnTo>
                  <a:lnTo>
                    <a:pt x="42" y="108"/>
                  </a:lnTo>
                  <a:lnTo>
                    <a:pt x="54" y="120"/>
                  </a:lnTo>
                  <a:lnTo>
                    <a:pt x="64" y="132"/>
                  </a:lnTo>
                  <a:lnTo>
                    <a:pt x="72" y="144"/>
                  </a:lnTo>
                  <a:lnTo>
                    <a:pt x="78" y="160"/>
                  </a:lnTo>
                  <a:lnTo>
                    <a:pt x="84" y="174"/>
                  </a:lnTo>
                  <a:lnTo>
                    <a:pt x="84" y="17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9" name="Google Shape;619;p26"/>
            <p:cNvSpPr/>
            <p:nvPr/>
          </p:nvSpPr>
          <p:spPr>
            <a:xfrm>
              <a:off x="5258" y="4197"/>
              <a:ext cx="156" cy="88"/>
            </a:xfrm>
            <a:custGeom>
              <a:rect b="b" l="l" r="r" t="t"/>
              <a:pathLst>
                <a:path extrusionOk="0" h="116" w="206">
                  <a:moveTo>
                    <a:pt x="26" y="26"/>
                  </a:moveTo>
                  <a:lnTo>
                    <a:pt x="0" y="108"/>
                  </a:lnTo>
                  <a:lnTo>
                    <a:pt x="0" y="108"/>
                  </a:lnTo>
                  <a:lnTo>
                    <a:pt x="28" y="114"/>
                  </a:lnTo>
                  <a:lnTo>
                    <a:pt x="56" y="116"/>
                  </a:lnTo>
                  <a:lnTo>
                    <a:pt x="82" y="116"/>
                  </a:lnTo>
                  <a:lnTo>
                    <a:pt x="110" y="112"/>
                  </a:lnTo>
                  <a:lnTo>
                    <a:pt x="136" y="104"/>
                  </a:lnTo>
                  <a:lnTo>
                    <a:pt x="160" y="94"/>
                  </a:lnTo>
                  <a:lnTo>
                    <a:pt x="184" y="80"/>
                  </a:lnTo>
                  <a:lnTo>
                    <a:pt x="206" y="64"/>
                  </a:lnTo>
                  <a:lnTo>
                    <a:pt x="148" y="0"/>
                  </a:lnTo>
                  <a:lnTo>
                    <a:pt x="148" y="0"/>
                  </a:lnTo>
                  <a:lnTo>
                    <a:pt x="134" y="10"/>
                  </a:lnTo>
                  <a:lnTo>
                    <a:pt x="120" y="18"/>
                  </a:lnTo>
                  <a:lnTo>
                    <a:pt x="106" y="24"/>
                  </a:lnTo>
                  <a:lnTo>
                    <a:pt x="90" y="28"/>
                  </a:lnTo>
                  <a:lnTo>
                    <a:pt x="74" y="30"/>
                  </a:lnTo>
                  <a:lnTo>
                    <a:pt x="58" y="30"/>
                  </a:lnTo>
                  <a:lnTo>
                    <a:pt x="42" y="30"/>
                  </a:lnTo>
                  <a:lnTo>
                    <a:pt x="26" y="26"/>
                  </a:lnTo>
                  <a:lnTo>
                    <a:pt x="26" y="26"/>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20" name="Google Shape;620;p26"/>
          <p:cNvGrpSpPr/>
          <p:nvPr/>
        </p:nvGrpSpPr>
        <p:grpSpPr>
          <a:xfrm>
            <a:off x="8089900" y="5821363"/>
            <a:ext cx="390525" cy="390525"/>
            <a:chOff x="5114" y="3685"/>
            <a:chExt cx="246" cy="246"/>
          </a:xfrm>
        </p:grpSpPr>
        <p:sp>
          <p:nvSpPr>
            <p:cNvPr id="621" name="Google Shape;621;p26"/>
            <p:cNvSpPr/>
            <p:nvPr/>
          </p:nvSpPr>
          <p:spPr>
            <a:xfrm>
              <a:off x="5135" y="3845"/>
              <a:ext cx="94" cy="86"/>
            </a:xfrm>
            <a:custGeom>
              <a:rect b="b" l="l" r="r" t="t"/>
              <a:pathLst>
                <a:path extrusionOk="0" h="114" w="124">
                  <a:moveTo>
                    <a:pt x="70" y="0"/>
                  </a:moveTo>
                  <a:lnTo>
                    <a:pt x="0" y="42"/>
                  </a:lnTo>
                  <a:lnTo>
                    <a:pt x="0" y="42"/>
                  </a:lnTo>
                  <a:lnTo>
                    <a:pt x="10" y="56"/>
                  </a:lnTo>
                  <a:lnTo>
                    <a:pt x="22" y="70"/>
                  </a:lnTo>
                  <a:lnTo>
                    <a:pt x="36" y="82"/>
                  </a:lnTo>
                  <a:lnTo>
                    <a:pt x="52" y="92"/>
                  </a:lnTo>
                  <a:lnTo>
                    <a:pt x="68" y="100"/>
                  </a:lnTo>
                  <a:lnTo>
                    <a:pt x="86" y="108"/>
                  </a:lnTo>
                  <a:lnTo>
                    <a:pt x="104" y="112"/>
                  </a:lnTo>
                  <a:lnTo>
                    <a:pt x="124" y="114"/>
                  </a:lnTo>
                  <a:lnTo>
                    <a:pt x="124" y="32"/>
                  </a:lnTo>
                  <a:lnTo>
                    <a:pt x="124" y="32"/>
                  </a:lnTo>
                  <a:lnTo>
                    <a:pt x="108" y="28"/>
                  </a:lnTo>
                  <a:lnTo>
                    <a:pt x="94" y="22"/>
                  </a:lnTo>
                  <a:lnTo>
                    <a:pt x="82" y="12"/>
                  </a:lnTo>
                  <a:lnTo>
                    <a:pt x="70" y="0"/>
                  </a:lnTo>
                  <a:lnTo>
                    <a:pt x="70" y="0"/>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2" name="Google Shape;622;p26"/>
            <p:cNvSpPr/>
            <p:nvPr/>
          </p:nvSpPr>
          <p:spPr>
            <a:xfrm>
              <a:off x="5135" y="3685"/>
              <a:ext cx="94" cy="87"/>
            </a:xfrm>
            <a:custGeom>
              <a:rect b="b" l="l" r="r" t="t"/>
              <a:pathLst>
                <a:path extrusionOk="0" h="114" w="124">
                  <a:moveTo>
                    <a:pt x="124" y="82"/>
                  </a:moveTo>
                  <a:lnTo>
                    <a:pt x="124" y="0"/>
                  </a:lnTo>
                  <a:lnTo>
                    <a:pt x="124" y="0"/>
                  </a:lnTo>
                  <a:lnTo>
                    <a:pt x="104" y="2"/>
                  </a:lnTo>
                  <a:lnTo>
                    <a:pt x="86" y="8"/>
                  </a:lnTo>
                  <a:lnTo>
                    <a:pt x="68" y="14"/>
                  </a:lnTo>
                  <a:lnTo>
                    <a:pt x="52" y="22"/>
                  </a:lnTo>
                  <a:lnTo>
                    <a:pt x="36" y="32"/>
                  </a:lnTo>
                  <a:lnTo>
                    <a:pt x="22" y="44"/>
                  </a:lnTo>
                  <a:lnTo>
                    <a:pt x="10" y="58"/>
                  </a:lnTo>
                  <a:lnTo>
                    <a:pt x="0" y="72"/>
                  </a:lnTo>
                  <a:lnTo>
                    <a:pt x="70" y="114"/>
                  </a:lnTo>
                  <a:lnTo>
                    <a:pt x="70" y="114"/>
                  </a:lnTo>
                  <a:lnTo>
                    <a:pt x="82" y="102"/>
                  </a:lnTo>
                  <a:lnTo>
                    <a:pt x="94" y="92"/>
                  </a:lnTo>
                  <a:lnTo>
                    <a:pt x="108" y="86"/>
                  </a:lnTo>
                  <a:lnTo>
                    <a:pt x="124" y="82"/>
                  </a:lnTo>
                  <a:lnTo>
                    <a:pt x="124" y="8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3" name="Google Shape;623;p26"/>
            <p:cNvSpPr/>
            <p:nvPr/>
          </p:nvSpPr>
          <p:spPr>
            <a:xfrm>
              <a:off x="5114" y="3754"/>
              <a:ext cx="67" cy="109"/>
            </a:xfrm>
            <a:custGeom>
              <a:rect b="b" l="l" r="r" t="t"/>
              <a:pathLst>
                <a:path extrusionOk="0" h="144" w="88">
                  <a:moveTo>
                    <a:pt x="82" y="72"/>
                  </a:moveTo>
                  <a:lnTo>
                    <a:pt x="82" y="72"/>
                  </a:lnTo>
                  <a:lnTo>
                    <a:pt x="84" y="56"/>
                  </a:lnTo>
                  <a:lnTo>
                    <a:pt x="88" y="42"/>
                  </a:lnTo>
                  <a:lnTo>
                    <a:pt x="18" y="0"/>
                  </a:lnTo>
                  <a:lnTo>
                    <a:pt x="18" y="0"/>
                  </a:lnTo>
                  <a:lnTo>
                    <a:pt x="10" y="16"/>
                  </a:lnTo>
                  <a:lnTo>
                    <a:pt x="4" y="34"/>
                  </a:lnTo>
                  <a:lnTo>
                    <a:pt x="2" y="54"/>
                  </a:lnTo>
                  <a:lnTo>
                    <a:pt x="0" y="72"/>
                  </a:lnTo>
                  <a:lnTo>
                    <a:pt x="0" y="72"/>
                  </a:lnTo>
                  <a:lnTo>
                    <a:pt x="2" y="92"/>
                  </a:lnTo>
                  <a:lnTo>
                    <a:pt x="4" y="110"/>
                  </a:lnTo>
                  <a:lnTo>
                    <a:pt x="10" y="128"/>
                  </a:lnTo>
                  <a:lnTo>
                    <a:pt x="18" y="144"/>
                  </a:lnTo>
                  <a:lnTo>
                    <a:pt x="88" y="104"/>
                  </a:lnTo>
                  <a:lnTo>
                    <a:pt x="88" y="104"/>
                  </a:lnTo>
                  <a:lnTo>
                    <a:pt x="84" y="88"/>
                  </a:lnTo>
                  <a:lnTo>
                    <a:pt x="82" y="72"/>
                  </a:lnTo>
                  <a:lnTo>
                    <a:pt x="82" y="72"/>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4" name="Google Shape;624;p26"/>
            <p:cNvSpPr/>
            <p:nvPr/>
          </p:nvSpPr>
          <p:spPr>
            <a:xfrm>
              <a:off x="5293" y="3754"/>
              <a:ext cx="67" cy="109"/>
            </a:xfrm>
            <a:custGeom>
              <a:rect b="b" l="l" r="r" t="t"/>
              <a:pathLst>
                <a:path extrusionOk="0" h="144" w="88">
                  <a:moveTo>
                    <a:pt x="6" y="72"/>
                  </a:moveTo>
                  <a:lnTo>
                    <a:pt x="6" y="72"/>
                  </a:lnTo>
                  <a:lnTo>
                    <a:pt x="6" y="88"/>
                  </a:lnTo>
                  <a:lnTo>
                    <a:pt x="0" y="104"/>
                  </a:lnTo>
                  <a:lnTo>
                    <a:pt x="72" y="144"/>
                  </a:lnTo>
                  <a:lnTo>
                    <a:pt x="72" y="144"/>
                  </a:lnTo>
                  <a:lnTo>
                    <a:pt x="78" y="128"/>
                  </a:lnTo>
                  <a:lnTo>
                    <a:pt x="84" y="110"/>
                  </a:lnTo>
                  <a:lnTo>
                    <a:pt x="88" y="92"/>
                  </a:lnTo>
                  <a:lnTo>
                    <a:pt x="88" y="72"/>
                  </a:lnTo>
                  <a:lnTo>
                    <a:pt x="88" y="72"/>
                  </a:lnTo>
                  <a:lnTo>
                    <a:pt x="88" y="54"/>
                  </a:lnTo>
                  <a:lnTo>
                    <a:pt x="84" y="34"/>
                  </a:lnTo>
                  <a:lnTo>
                    <a:pt x="78" y="16"/>
                  </a:lnTo>
                  <a:lnTo>
                    <a:pt x="72" y="0"/>
                  </a:lnTo>
                  <a:lnTo>
                    <a:pt x="0" y="42"/>
                  </a:lnTo>
                  <a:lnTo>
                    <a:pt x="0" y="42"/>
                  </a:lnTo>
                  <a:lnTo>
                    <a:pt x="6" y="56"/>
                  </a:lnTo>
                  <a:lnTo>
                    <a:pt x="6" y="72"/>
                  </a:lnTo>
                  <a:lnTo>
                    <a:pt x="6" y="7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5" name="Google Shape;625;p26"/>
            <p:cNvSpPr/>
            <p:nvPr/>
          </p:nvSpPr>
          <p:spPr>
            <a:xfrm>
              <a:off x="5245" y="3845"/>
              <a:ext cx="95" cy="86"/>
            </a:xfrm>
            <a:custGeom>
              <a:rect b="b" l="l" r="r" t="t"/>
              <a:pathLst>
                <a:path extrusionOk="0" h="114" w="126">
                  <a:moveTo>
                    <a:pt x="0" y="32"/>
                  </a:moveTo>
                  <a:lnTo>
                    <a:pt x="0" y="114"/>
                  </a:lnTo>
                  <a:lnTo>
                    <a:pt x="0" y="114"/>
                  </a:lnTo>
                  <a:lnTo>
                    <a:pt x="20" y="112"/>
                  </a:lnTo>
                  <a:lnTo>
                    <a:pt x="38" y="108"/>
                  </a:lnTo>
                  <a:lnTo>
                    <a:pt x="56" y="100"/>
                  </a:lnTo>
                  <a:lnTo>
                    <a:pt x="72" y="92"/>
                  </a:lnTo>
                  <a:lnTo>
                    <a:pt x="88" y="82"/>
                  </a:lnTo>
                  <a:lnTo>
                    <a:pt x="102" y="70"/>
                  </a:lnTo>
                  <a:lnTo>
                    <a:pt x="114" y="56"/>
                  </a:lnTo>
                  <a:lnTo>
                    <a:pt x="126" y="42"/>
                  </a:lnTo>
                  <a:lnTo>
                    <a:pt x="54" y="0"/>
                  </a:lnTo>
                  <a:lnTo>
                    <a:pt x="54" y="0"/>
                  </a:lnTo>
                  <a:lnTo>
                    <a:pt x="44" y="12"/>
                  </a:lnTo>
                  <a:lnTo>
                    <a:pt x="30" y="22"/>
                  </a:lnTo>
                  <a:lnTo>
                    <a:pt x="16" y="28"/>
                  </a:lnTo>
                  <a:lnTo>
                    <a:pt x="0" y="32"/>
                  </a:lnTo>
                  <a:lnTo>
                    <a:pt x="0" y="32"/>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26" name="Google Shape;626;p26"/>
            <p:cNvSpPr/>
            <p:nvPr/>
          </p:nvSpPr>
          <p:spPr>
            <a:xfrm>
              <a:off x="5245" y="3685"/>
              <a:ext cx="95" cy="87"/>
            </a:xfrm>
            <a:custGeom>
              <a:rect b="b" l="l" r="r" t="t"/>
              <a:pathLst>
                <a:path extrusionOk="0" h="114" w="126">
                  <a:moveTo>
                    <a:pt x="54" y="114"/>
                  </a:moveTo>
                  <a:lnTo>
                    <a:pt x="126" y="72"/>
                  </a:lnTo>
                  <a:lnTo>
                    <a:pt x="126" y="72"/>
                  </a:lnTo>
                  <a:lnTo>
                    <a:pt x="114" y="58"/>
                  </a:lnTo>
                  <a:lnTo>
                    <a:pt x="102" y="44"/>
                  </a:lnTo>
                  <a:lnTo>
                    <a:pt x="88" y="32"/>
                  </a:lnTo>
                  <a:lnTo>
                    <a:pt x="72" y="22"/>
                  </a:lnTo>
                  <a:lnTo>
                    <a:pt x="56" y="14"/>
                  </a:lnTo>
                  <a:lnTo>
                    <a:pt x="38" y="8"/>
                  </a:lnTo>
                  <a:lnTo>
                    <a:pt x="20" y="2"/>
                  </a:lnTo>
                  <a:lnTo>
                    <a:pt x="0" y="0"/>
                  </a:lnTo>
                  <a:lnTo>
                    <a:pt x="0" y="82"/>
                  </a:lnTo>
                  <a:lnTo>
                    <a:pt x="0" y="82"/>
                  </a:lnTo>
                  <a:lnTo>
                    <a:pt x="16" y="86"/>
                  </a:lnTo>
                  <a:lnTo>
                    <a:pt x="30" y="92"/>
                  </a:lnTo>
                  <a:lnTo>
                    <a:pt x="44" y="102"/>
                  </a:lnTo>
                  <a:lnTo>
                    <a:pt x="54" y="114"/>
                  </a:lnTo>
                  <a:lnTo>
                    <a:pt x="54" y="114"/>
                  </a:lnTo>
                  <a:close/>
                </a:path>
              </a:pathLst>
            </a:custGeom>
            <a:solidFill>
              <a:srgbClr val="006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
        <p:nvSpPr>
          <p:cNvPr id="627" name="Google Shape;627;p26"/>
          <p:cNvSpPr txBox="1"/>
          <p:nvPr>
            <p:ph idx="12" type="sldNum"/>
          </p:nvPr>
        </p:nvSpPr>
        <p:spPr>
          <a:xfrm>
            <a:off x="533400" y="6248400"/>
            <a:ext cx="2133600" cy="4762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00"/>
              </a:buClr>
              <a:buSzPts val="1600"/>
              <a:buFont typeface="Arial"/>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9"/>
                                        </p:tgtEl>
                                        <p:attrNameLst>
                                          <p:attrName>style.visibility</p:attrName>
                                        </p:attrNameLst>
                                      </p:cBhvr>
                                      <p:to>
                                        <p:strVal val="visible"/>
                                      </p:to>
                                    </p:set>
                                    <p:animEffect filter="fade" transition="in">
                                      <p:cBhvr>
                                        <p:cTn dur="500"/>
                                        <p:tgtEl>
                                          <p:spTgt spid="599"/>
                                        </p:tgtEl>
                                      </p:cBhvr>
                                    </p:animEffect>
                                  </p:childTnLst>
                                </p:cTn>
                              </p:par>
                              <p:par>
                                <p:cTn fill="hold" nodeType="withEffect" presetClass="emph" presetID="8" presetSubtype="0">
                                  <p:stCondLst>
                                    <p:cond delay="0"/>
                                  </p:stCondLst>
                                  <p:childTnLst>
                                    <p:animRot by="-21600000">
                                      <p:cBhvr>
                                        <p:cTn dur="500" fill="hold"/>
                                        <p:tgtEl>
                                          <p:spTgt spid="606"/>
                                        </p:tgtEl>
                                        <p:attrNameLst>
                                          <p:attrName>r</p:attrName>
                                        </p:attrNameLst>
                                      </p:cBhvr>
                                    </p:animRot>
                                  </p:childTnLst>
                                </p:cTn>
                              </p:par>
                              <p:par>
                                <p:cTn fill="hold" nodeType="withEffect" presetClass="emph" presetID="8" presetSubtype="0">
                                  <p:stCondLst>
                                    <p:cond delay="0"/>
                                  </p:stCondLst>
                                  <p:childTnLst>
                                    <p:animRot by="-21600000">
                                      <p:cBhvr>
                                        <p:cTn dur="500" fill="hold"/>
                                        <p:tgtEl>
                                          <p:spTgt spid="613"/>
                                        </p:tgtEl>
                                        <p:attrNameLst>
                                          <p:attrName>r</p:attrName>
                                        </p:attrNameLst>
                                      </p:cBhvr>
                                    </p:animRot>
                                  </p:childTnLst>
                                </p:cTn>
                              </p:par>
                              <p:par>
                                <p:cTn fill="hold" nodeType="withEffect" presetClass="emph" presetID="8" presetSubtype="0">
                                  <p:stCondLst>
                                    <p:cond delay="0"/>
                                  </p:stCondLst>
                                  <p:childTnLst>
                                    <p:animRot by="-21600000">
                                      <p:cBhvr>
                                        <p:cTn dur="1000" fill="hold"/>
                                        <p:tgtEl>
                                          <p:spTgt spid="620"/>
                                        </p:tgtEl>
                                        <p:attrNameLst>
                                          <p:attrName>r</p:attrName>
                                        </p:attrNameLst>
                                      </p:cBhvr>
                                    </p:animRot>
                                  </p:childTnLst>
                                </p:cTn>
                              </p:par>
                              <p:par>
                                <p:cTn fill="hold" nodeType="withEffect" presetClass="emph" presetID="8" presetSubtype="0">
                                  <p:stCondLst>
                                    <p:cond delay="500"/>
                                  </p:stCondLst>
                                  <p:childTnLst>
                                    <p:animRot by="-21600000">
                                      <p:cBhvr>
                                        <p:cTn dur="500" fill="hold"/>
                                        <p:tgtEl>
                                          <p:spTgt spid="599"/>
                                        </p:tgtEl>
                                        <p:attrNameLst>
                                          <p:attrName>r</p:attrName>
                                        </p:attrNameLst>
                                      </p:cBhvr>
                                    </p:animRo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2015-05-03T19:01:06Z</dcterms:created>
  <dc:creator>Windows User</dc:creator>
</cp:coreProperties>
</file>